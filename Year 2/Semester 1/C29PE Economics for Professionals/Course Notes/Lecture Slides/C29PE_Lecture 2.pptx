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46.xml" ContentType="application/inkml+xml"/>
  <Override PartName="/ppt/notesSlides/notesSlide24.xml" ContentType="application/vnd.openxmlformats-officedocument.presentationml.notesSlide+xml"/>
  <Override PartName="/ppt/tags/tag1.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xml" ContentType="application/vnd.openxmlformats-officedocument.presentationml.tags+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tags/tag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60"/>
  </p:notesMasterIdLst>
  <p:sldIdLst>
    <p:sldId id="258" r:id="rId10"/>
    <p:sldId id="686" r:id="rId11"/>
    <p:sldId id="853" r:id="rId12"/>
    <p:sldId id="848" r:id="rId13"/>
    <p:sldId id="752" r:id="rId14"/>
    <p:sldId id="789" r:id="rId15"/>
    <p:sldId id="790" r:id="rId16"/>
    <p:sldId id="813" r:id="rId17"/>
    <p:sldId id="756" r:id="rId18"/>
    <p:sldId id="791" r:id="rId19"/>
    <p:sldId id="753" r:id="rId20"/>
    <p:sldId id="759" r:id="rId21"/>
    <p:sldId id="810" r:id="rId22"/>
    <p:sldId id="760" r:id="rId23"/>
    <p:sldId id="815" r:id="rId24"/>
    <p:sldId id="792" r:id="rId25"/>
    <p:sldId id="763" r:id="rId26"/>
    <p:sldId id="795" r:id="rId27"/>
    <p:sldId id="794" r:id="rId28"/>
    <p:sldId id="820" r:id="rId29"/>
    <p:sldId id="796" r:id="rId30"/>
    <p:sldId id="808" r:id="rId31"/>
    <p:sldId id="817" r:id="rId32"/>
    <p:sldId id="814" r:id="rId33"/>
    <p:sldId id="767" r:id="rId34"/>
    <p:sldId id="768" r:id="rId35"/>
    <p:sldId id="798" r:id="rId36"/>
    <p:sldId id="772" r:id="rId37"/>
    <p:sldId id="773" r:id="rId38"/>
    <p:sldId id="290" r:id="rId39"/>
    <p:sldId id="799" r:id="rId40"/>
    <p:sldId id="774" r:id="rId41"/>
    <p:sldId id="824" r:id="rId42"/>
    <p:sldId id="776" r:id="rId43"/>
    <p:sldId id="777" r:id="rId44"/>
    <p:sldId id="802" r:id="rId45"/>
    <p:sldId id="803" r:id="rId46"/>
    <p:sldId id="778" r:id="rId47"/>
    <p:sldId id="804" r:id="rId48"/>
    <p:sldId id="780" r:id="rId49"/>
    <p:sldId id="781" r:id="rId50"/>
    <p:sldId id="806" r:id="rId51"/>
    <p:sldId id="805" r:id="rId52"/>
    <p:sldId id="807" r:id="rId53"/>
    <p:sldId id="854" r:id="rId54"/>
    <p:sldId id="765" r:id="rId55"/>
    <p:sldId id="769" r:id="rId56"/>
    <p:sldId id="797" r:id="rId57"/>
    <p:sldId id="811" r:id="rId58"/>
    <p:sldId id="81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sorterViewPr>
    <p:cViewPr>
      <p:scale>
        <a:sx n="100" d="100"/>
        <a:sy n="100" d="100"/>
      </p:scale>
      <p:origin x="0" y="-14549"/>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63"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Gwee Wen Hong" userId="55bcf56a11f402f5" providerId="LiveId" clId="{12D6F974-A4E5-4CF9-BD78-7064FF6A2891}"/>
    <pc:docChg chg="modSld">
      <pc:chgData name="Marcus Gwee Wen Hong" userId="55bcf56a11f402f5" providerId="LiveId" clId="{12D6F974-A4E5-4CF9-BD78-7064FF6A2891}" dt="2025-10-14T07:14:03.836" v="0" actId="1036"/>
      <pc:docMkLst>
        <pc:docMk/>
      </pc:docMkLst>
      <pc:sldChg chg="modSp mod">
        <pc:chgData name="Marcus Gwee Wen Hong" userId="55bcf56a11f402f5" providerId="LiveId" clId="{12D6F974-A4E5-4CF9-BD78-7064FF6A2891}" dt="2025-10-14T07:14:03.836" v="0" actId="1036"/>
        <pc:sldMkLst>
          <pc:docMk/>
          <pc:sldMk cId="585796652" sldId="795"/>
        </pc:sldMkLst>
        <pc:picChg chg="mod">
          <ac:chgData name="Marcus Gwee Wen Hong" userId="55bcf56a11f402f5" providerId="LiveId" clId="{12D6F974-A4E5-4CF9-BD78-7064FF6A2891}" dt="2025-10-14T07:14:03.836" v="0" actId="1036"/>
          <ac:picMkLst>
            <pc:docMk/>
            <pc:sldMk cId="585796652" sldId="795"/>
            <ac:picMk id="2" creationId="{26700A77-2A88-78DB-967B-3174E99DBB09}"/>
          </ac:picMkLst>
        </pc:picChg>
      </pc:sldChg>
    </pc:docChg>
  </pc:docChgLst>
  <pc:docChgLst>
    <pc:chgData name="Lim, Lim" userId="S::fl2013@hw.ac.uk::c99d4614-85cb-4fdc-b550-20774602dc61" providerId="AD" clId="Web-{BE3D34ED-5ED4-D191-FB85-8A4FFFCF1107}"/>
    <pc:docChg chg="modSld">
      <pc:chgData name="Lim, Lim" userId="S::fl2013@hw.ac.uk::c99d4614-85cb-4fdc-b550-20774602dc61" providerId="AD" clId="Web-{BE3D34ED-5ED4-D191-FB85-8A4FFFCF1107}" dt="2024-09-18T04:30:50.919" v="1" actId="20577"/>
      <pc:docMkLst>
        <pc:docMk/>
      </pc:docMkLst>
      <pc:sldChg chg="modSp">
        <pc:chgData name="Lim, Lim" userId="S::fl2013@hw.ac.uk::c99d4614-85cb-4fdc-b550-20774602dc61" providerId="AD" clId="Web-{BE3D34ED-5ED4-D191-FB85-8A4FFFCF1107}" dt="2024-09-18T04:30:50.919" v="1" actId="20577"/>
        <pc:sldMkLst>
          <pc:docMk/>
          <pc:sldMk cId="2846486594" sldId="808"/>
        </pc:sldMkLst>
      </pc:sldChg>
    </pc:docChg>
  </pc:docChgLst>
  <pc:docChgLst>
    <pc:chgData name="Hui, Hon Chung" userId="S::hh2033@hw.ac.uk::a069e8b9-4428-4fe2-9d99-f909abccb7dc" providerId="AD" clId="Web-{8FA07726-1040-9CDB-16C3-2EDC61874221}"/>
    <pc:docChg chg="modSld">
      <pc:chgData name="Hui, Hon Chung" userId="S::hh2033@hw.ac.uk::a069e8b9-4428-4fe2-9d99-f909abccb7dc" providerId="AD" clId="Web-{8FA07726-1040-9CDB-16C3-2EDC61874221}" dt="2024-09-18T05:06:43.177" v="94" actId="20577"/>
      <pc:docMkLst>
        <pc:docMk/>
      </pc:docMkLst>
      <pc:sldChg chg="modSp">
        <pc:chgData name="Hui, Hon Chung" userId="S::hh2033@hw.ac.uk::a069e8b9-4428-4fe2-9d99-f909abccb7dc" providerId="AD" clId="Web-{8FA07726-1040-9CDB-16C3-2EDC61874221}" dt="2024-09-18T05:06:43.177" v="94" actId="20577"/>
        <pc:sldMkLst>
          <pc:docMk/>
          <pc:sldMk cId="840420855" sldId="774"/>
        </pc:sldMkLst>
      </pc:sldChg>
      <pc:sldChg chg="modSp">
        <pc:chgData name="Hui, Hon Chung" userId="S::hh2033@hw.ac.uk::a069e8b9-4428-4fe2-9d99-f909abccb7dc" providerId="AD" clId="Web-{8FA07726-1040-9CDB-16C3-2EDC61874221}" dt="2024-09-18T04:44:49.537" v="2" actId="20577"/>
        <pc:sldMkLst>
          <pc:docMk/>
          <pc:sldMk cId="37062989" sldId="814"/>
        </pc:sldMkLst>
      </pc:sldChg>
      <pc:sldChg chg="modSp">
        <pc:chgData name="Hui, Hon Chung" userId="S::hh2033@hw.ac.uk::a069e8b9-4428-4fe2-9d99-f909abccb7dc" providerId="AD" clId="Web-{8FA07726-1040-9CDB-16C3-2EDC61874221}" dt="2024-09-18T04:44:37.318" v="0" actId="20577"/>
        <pc:sldMkLst>
          <pc:docMk/>
          <pc:sldMk cId="1695648844" sldId="81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6T06:25:56.567"/>
    </inkml:context>
    <inkml:brush xml:id="br0">
      <inkml:brushProperty name="width" value="0.05" units="cm"/>
      <inkml:brushProperty name="height" value="0.05" units="cm"/>
      <inkml:brushProperty name="color" value="#FFFFFF"/>
    </inkml:brush>
  </inkml:definitions>
  <inkml:trace contextRef="#ctx0" brushRef="#br0">828 418 24575,'-3'3'0,"0"0"0,-1-1 0,1 0 0,-1 0 0,0 0 0,1 0 0,-1 0 0,-6 1 0,-34 8 0,37-10 0,-35 6 0,0-2 0,-1-2 0,-48-2 0,76-2 0,-1-1 0,1-1 0,0 0 0,0 0 0,0-2 0,0 0 0,-20-10 0,9 2 0,1-1 0,0-2 0,-22-18 0,29 18 0,0-1 0,-24-30 0,7 8 0,-55-54 0,84 86 0,0 0 0,1 0 0,0-1 0,1 0 0,-1 0 0,1 0 0,1 0 0,0-1 0,0 1 0,0-1 0,1 0 0,1 0 0,-2-15 0,3 24 0,0 0 0,0-1 0,0 1 0,0-1 0,0 1 0,0-1 0,0 1 0,0-1 0,0 1 0,0 0 0,1-1 0,-1 1 0,0-1 0,0 1 0,0 0 0,1-1 0,-1 1 0,0 0 0,0-1 0,1 1 0,-1 0 0,0-1 0,1 1 0,-1 0 0,0-1 0,1 1 0,-1 0 0,0 0 0,1 0 0,0-1 0,0 1 0,0 0 0,0 0 0,1 0 0,-1 0 0,0 0 0,0 0 0,0 1 0,0-1 0,1 0 0,-1 1 0,1 0 0,6 2 0,-1 1 0,11 8 0,-15-10 0,3 2 0,0 0 0,0 0 0,0 1 0,-1 0 0,0 0 0,0 0 0,0 1 0,-1 0 0,5 7 0,-7-10 6,1 1 0,-1 0 0,1-1 0,0 0 0,0 1 0,0-1 0,0 0 0,1-1 0,-1 1 0,1 0 0,0-1 0,-1 0 0,9 3 0,1 0-230,1-1-1,27 4 0,-23-4-550,-1-1-6051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06T06:29:24.853"/>
    </inkml:context>
    <inkml:brush xml:id="br0">
      <inkml:brushProperty name="width" value="0.1" units="cm"/>
      <inkml:brushProperty name="height" value="0.1" units="cm"/>
      <inkml:brushProperty name="color" value="#FFFFFF"/>
    </inkml:brush>
  </inkml:definitions>
  <inkml:trace contextRef="#ctx0" brushRef="#br0">1696 350 3223 0 0,'135'1'815'0'0,"48"5"2906"0"0,-168-5-3599 0 0,-4 2-97 0 0,-9-3 119 0 0,-19 14 19 0 0,10-10-72 0 0,0-1 0 0 0,-1 1 0 0 0,1-1 0 0 0,-1 0 0 0 0,-13 2 0 0 0,-46 5 171 0 0,54-8-228 0 0,-449 35 373 0 0,317-28-315 0 0,-226 9 103 0 0,358-17-187 0 0,-157 14 641 0 0,134-12-236 0 0,87-19-517 0 0,57-13 28 0 0,388-35 35 0 0,-327 48 69 0 0,260-19 750 0 0,-355 30-599 0 0,-25 2 81 0 0,-47 3 160 0 0,-4-2-340 0 0,-4-1-62 0 0,-1 1 0 0 0,1-1 0 0 0,-1 1-1 0 0,1 1 1 0 0,-1-1 0 0 0,-7 0 0 0 0,-46-3 67 0 0,44 4-71 0 0,-96 0-18 0 0,-156 17-1 0 0,155-7-26 0 0,-115 19 30 0 0,102-11 17 0 0,-118 26 201 0 0,233-41-137 0 0,8-1-16 0 0,6-1-112 0 0,10 2 24 0 0,0-1-1 0 0,1 0 0 0 0,-1-1 0 0 0,0-1 1 0 0,22-3-1 0 0,-10 1-25 0 0,415-48-177 0 0,82-8 186 0 0,-403 47 117 0 0,89-5-131 0 0,-172 17 108 0 0,-233 1 217 0 0,-247 17-322 0 0,165-8 18 0 0,-228-1 386 0 0,491-10-294 0 0,14 1 42 0 0,4 0 18 0 0,24-3 44 0 0,312 0-243 0 0,-92 5 20 0 0,168-13 613 0 0,-374 10-469 0 0,-19 1-37 0 0,0-1-1 0 0,25-4 0 0 0,-43 5-17 0 0,-18-6-291 0 0,-10 0 202 0 0,-1 2 0 0 0,0 1-1 0 0,-1 1 1 0 0,-38 3-1 0 0,32-1 25 0 0,-144-1-111 0 0,-184 2-288 0 0,87 2 748 0 0,272-3-40 0 0,16 0-184 0 0,746-5 124 0 0,-693 7-138 0 0,46-2 56 0 0,-81 0-119 0 0,-30 0 17 0 0,-16-6-316 0 0,-2 2 260 0 0,1 1 1 0 0,-1 0-1 0 0,0 1 1 0 0,-31 1-1 0 0,22 0 23 0 0,-677-2-267 0 0,643 6 273 0 0,-90-1 9 0 0,127-1 127 0 0,21-1 67 0 0,12 0-112 0 0,174-8-17 0 0,299-8 2 0 0,-212 6 162 0 0,-240 7-192 0 0,-18 1-67 0 0,-12 2-108 0 0,-3-1-4 0 0,-1-1 111 0 0,0 1 1 0 0,0 0 0 0 0,0 0 0 0 0,0 0 0 0 0,1 0-1 0 0,-1 0 1 0 0,-1 0 0 0 0,1 0 0 0 0,0 1 0 0 0,0-1-1 0 0,0 1 1 0 0,-4-1 0 0 0,-33 0-95 0 0,14 1 43 0 0,-503-11-528 0 0,247 15 928 0 0,279-4 136 0 0,6-1-353 0 0,47-7-29 0 0,67-3 1 0 0,-28 5-103 0 0,-37 2-26 0 0,64 4-1 0 0,53 11 250 0 0,-145-9-135 0 0,129 10 318 0 0,-118-9-374 0 0,-32-1-12 0 0,-11 0 0 0 0,-14 0 0 0 0,-101-4 0 0 0,34-2 0 0 0,-177 11-433 0 0,-92-2-414 0 0,243-11 648 0 0,-49 0 44 0 0,161 6 253 0 0,11 0-82 0 0,-1 0-1 0 0,0 0 0 0 0,0 1 0 0 0,14 2 0 0 0,8 1 27 0 0,89 6-60 0 0,230 13-27 0 0,-107-6 401 0 0,-215-13-530 0 0,-27-4 165 0 0,0 0 0 0 0,0 0-1 0 0,0 0 1 0 0,0 0-1 0 0,1 0 1 0 0,-1 0-1 0 0,0 0 1 0 0,0 0 0 0 0,0 0-1 0 0,0 0 1 0 0,0 0-1 0 0,0 0 1 0 0,0 0-1 0 0,0 0 1 0 0,0 0-1 0 0,0 0 1 0 0,1 0 0 0 0,-1 0-1 0 0,0 0 1 0 0,0 1-1 0 0,0-1 1 0 0,0 0-1 0 0,0 0 1 0 0,0 0 0 0 0,0 0-1 0 0,0 0 1 0 0,0 0-1 0 0,0 0 1 0 0,0 0-1 0 0,0 0 1 0 0,0 0-1 0 0,0 0 1 0 0,0 0 0 0 0,0 0-1 0 0,0 1 1 0 0,0-1-1 0 0,0 0 1 0 0,0 0-1 0 0,0 0 1 0 0,0 0 0 0 0,0 0-1 0 0,0 0 1 0 0,0 0-1 0 0,0 0 1 0 0,0 0-1 0 0,0 0 1 0 0,0 1-1 0 0,0-1 1 0 0,0 0 0 0 0,0 0-1 0 0,0 0 1 0 0,0 0-1 0 0,0 0 1 0 0,0 0-1 0 0,0 0 1 0 0,0 0 0 0 0,0 0-1 0 0,0 0 1 0 0,0 0-1 0 0,0 0 1 0 0,0 1-1 0 0,-14 3-402 0 0,-19 3 140 0 0,0-3-1 0 0,-40 2 0 0 0,22-3 138 0 0,-104 9 17 0 0,-195 20 72 0 0,336-31 111 0 0,1 2 1 0 0,-16 4-1 0 0,26-6 280 0 0,6 1-241 0 0,5 2-64 0 0,1 0-1 0 0,-1 0 0 0 0,1-1 1 0 0,0-1-1 0 0,0 1 1 0 0,17 1-1 0 0,62 3 52 0 0,-60-5-79 0 0,272 10 287 0 0,175 13 2031 0 0,-447-22-2104 0 0,33 9-1 0 0,-81-7-262 0 0,-29 2-23 0 0,-1-3 0 0 0,-66-2 0 0 0,56-1 42 0 0,-370 1 18 0 0,-108 3 0 0 0,406-6 64 0 0,272-7 0 0 0,430 8-79 0 0,-236 5 1302 0 0,-332-5-1156 0 0,-5 0-76 0 0,-23 5-168 0 0,-1-1 1 0 0,1-1 0 0 0,-45-1 0 0 0,31-2 57 0 0,-892 9-674 0 0,913-9 728 0 0,-1-1 7 0 0,-32-3 0 0 0,51 4 250 0 0,3-1-141 0 0,34-4-11 0 0,71 0 1 0 0,-32 2-105 0 0,88-5-6 0 0,109-8 452 0 0,-261 14-364 0 0,-17-1-115 0 0,-22 0-148 0 0,28 3 177 0 0,-238-7-986 0 0,62 4 508 0 0,-55-8 374 0 0,218 10 176 0 0,11 1 554 0 0,3-1-492 0 0,4-3-91 0 0,1 1-1 0 0,-1 0 1 0 0,0 0-1 0 0,1 0 1 0 0,0 1-1 0 0,-1-1 0 0 0,1 1 1 0 0,0 1-1 0 0,8-2 1 0 0,60-6-56 0 0,-43 7 21 0 0,35-5-53 0 0,54-6 447 0 0,142 3 0 0 0,-255 10-359 0 0,1 1 24 0 0,0-2 1 0 0,1 1 0 0 0,8-3-1 0 0,-343 24-620 0 0,245-18 417 0 0,-282 3-492 0 0,356-6 660 0 0,12-8 120 0 0,-1 6-136 0 0,-1 0 0 0 0,1 0-1 0 0,0 0 1 0 0,-1 1 0 0 0,1-1 0 0 0,0 1 0 0 0,0 0-1 0 0,0 0 1 0 0,7 0 0 0 0,-1-1-5 0 0,298-31-17 0 0,-189 25 12 0 0,-113 7 5 0 0,280-14 1426 0 0,-325 7-1422 0 0,-212 3-441 0 0,149 6 187 0 0,24 0 49 0 0,14 0-11 0 0,-124-12 0 0 0,187 10 341 0 0,2 0-51 0 0,3-2-68 0 0,-1 1-1 0 0,1 0 1 0 0,-1 0-1 0 0,1 0 1 0 0,0 0-1 0 0,0 1 1 0 0,-1-1 0 0 0,9-1-1 0 0,37-4 49 0 0,-27 5-50 0 0,427-31 521 0 0,-425 31-404 0 0,-14 1-75 0 0,-1 1 0 0 0,1 0-1 0 0,-1 0 1 0 0,11 2 0 0 0,-9-1 102 0 0,-24-5-204 0 0,-33 1-210 0 0,-1 1 0 0 0,-51 5 0 0 0,3 0 94 0 0,71-3 125 0 0,-188-4-126 0 0,200 3 108 0 0,10 1-16 0 0,5-1-152 0 0,16-5 205 0 0,0 1 0 0 0,0 2 0 0 0,0 0 0 0 0,1 1 0 0 0,20 0 0 0 0,8-1-25 0 0,355-19-18 0 0,-15 5 392 0 0,-321 13-304 0 0,-447 41-173 0 0,296-27 128 0 0,-203 29-17 0 0,-14 1 14 0 0,289-38 55 0 0,8-1-12 0 0,-1 0 0 0 0,1 0 0 0 0,-1-1-1 0 0,0 0 1 0 0,1 0 0 0 0,-6-1 0 0 0,13 1 41 0 0,43 2-68 0 0,0-2 0 0 0,54-8 0 0 0,-73 6-24 0 0,100-10 11 0 0,345-22-41 0 0,-419 32 88 0 0,0-1-1 0 0,1-3 0 0 0,61-16 1 0 0,-87 13-41 0 0,-26 8-92 0 0,-18-5-101 0 0,-1 3 133 0 0,0 0-1 0 0,-1 2 0 0 0,1 0 1 0 0,-1 1-1 0 0,-29 3 1 0 0,-7 0-38 0 0,-289 12-337 0 0,-108 31 364 0 0,420-43 154 0 0,16-1 210 0 0,-1 0 1 0 0,1-2 0 0 0,-26-1-1 0 0,51 0-210 0 0,-1-2 0 0 0,13-3 0 0 0,11-3-45 0 0,155-23 29 0 0,-48 9-59 0 0,6 6 82 0 0,-80 9 138 0 0,-58 6-218 0 0,-6 2-83 0 0,-13-2-115 0 0,0 0 89 0 0,1 1 0 0 0,-1 1 0 0 0,-14 0 0 0 0,-12 0-63 0 0,-21 0-273 0 0,-83 10 0 0 0,92-6 225 0 0,-116 11-105 0 0,114-6 381 0 0,31-5-147 0 0,16-3-120 0 0,7 0-164 0 0,62-2 301 0 0,32-1 7 0 0,211-14 4 0 0,-40 33 435 0 0,-180-15-297 0 0,-59-2-76 0 0,35 3-1 0 0,-19-3-13 0 0,-76-8-228 0 0,-5 4 27 0 0,0 2-1 0 0,-41 2 0 0 0,12 1-206 0 0,-168 8-1330 0 0,0 16 14 0 0,217-23 1669 0 0,-177 15-563 0 0,16-3 1644 0 0,97-9 2252 0 0,106-6-3003 0 0,28-6-1 0 0,28-1-143 0 0,-25 7-115 0 0,330-21 634 0 0,-33-22-492 0 0,-348 44-142 0 0,-5 0 0 0 0,1 0 0 0 0,0 0 0 0 0,0 0 0 0 0,0-1 0 0 0,0 1 0 0 0,-1-1 0 0 0,1 1 0 0 0,0-1 0 0 0,0 0 0 0 0,-1 1 0 0 0,4-3 0 0 0,5-1-21 0 0,-8 3-79 0 0,-3 0-195 0 0,0 1 284 0 0,1-1 0 0 0,-1 1 0 0 0,1-1-1 0 0,0 1 1 0 0,-1-1 0 0 0,0 1-1 0 0,1 0 1 0 0,-1-1 0 0 0,1 1 0 0 0,-1 0-1 0 0,1 0 1 0 0,-1-1 0 0 0,0 1-1 0 0,1 0 1 0 0,-1 0 0 0 0,1 0 0 0 0,-2 0-1 0 0,-12-3-71 0 0,-26-1-141 0 0,-46 1 1 0 0,40 3 76 0 0,-211 16-1128 0 0,72 0 644 0 0,155-15 609 0 0,-51 3 22 0 0,39-3 59 0 0,33-1-29 0 0,1-1 1 0 0,0 2 0 0 0,0-1 0 0 0,-16 4-1 0 0,22-4 786 0 0,-1 3-461 0 0,3-3-334 0 0,0 0-1 0 0,0 0 0 0 0,0 0 1 0 0,-1 0-1 0 0,1 0 1 0 0,0 0-1 0 0,0 1 1 0 0,0-1-1 0 0,-1 0 0 0 0,1 0 1 0 0,0 0-1 0 0,0 0 1 0 0,0 0-1 0 0,0 1 1 0 0,0-1-1 0 0,-1 0 0 0 0,1 0 1 0 0,0 0-1 0 0,0 1 1 0 0,0-1-1 0 0,0 0 1 0 0,0 0-1 0 0,0 0 0 0 0,0 1 1 0 0,0-1-1 0 0,0 0 1 0 0,0 0-1 0 0,0 1 1 0 0,0-1-1 0 0,0 0 0 0 0,0 0 1 0 0,0 0-1 0 0,0 1 1 0 0,0-1-1 0 0,0 0 1 0 0,0 1-1 0 0,12 3 11 0 0,0 0 1 0 0,0-1 0 0 0,0 0-1 0 0,0-1 1 0 0,1 0-1 0 0,20 0 1 0 0,2-2-8 0 0,41-5 0 0 0,-36-1-24 0 0,55-17 0 0 0,-16 4 0 0 0,47-15-141 0 0,-99 29 106 0 0,12-3-21 0 0,0 2 0 0 0,61-3 0 0 0,-65 8 56 0 0,-22 0-13 0 0,0 0 0 0 0,0 2-1 0 0,15 1 1 0 0,55 5 4 0 0,-60-6 19 0 0,34 4 304 0 0,-54-5-248 0 0,-1 0 1 0 0,3 1 290 0 0,-7 0-150 0 0,-14 3-105 0 0,-24 3-147 0 0,-184 2 106 0 0,-20 2 137 0 0,-103 26 34 0 0,256-32-177 0 0,23-3-57 0 0,32-2 2 0 0,31-1 1 0 0,-1 1 1 0 0,1-1-1 0 0,-1 2 0 0 0,0-1 0 0 0,1 0 0 0 0,-1 1 1 0 0,1 0-1 0 0,-8 2 0 0 0,10-2 42 0 0,-7-2-33 0 0,0-1-24 0 0,10 2 6 0 0,-1 0 0 0 0,1 0-1 0 0,-1 0 1 0 0,1 0 0 0 0,-1-1 0 0 0,0 1 0 0 0,1 0 0 0 0,-1 0 0 0 0,1-1 0 0 0,-1 1 0 0 0,1 0 0 0 0,-1-1 0 0 0,1 1 0 0 0,0 0 0 0 0,-1-1 0 0 0,1 1 0 0 0,-1-1 0 0 0,1 1 0 0 0,0-1 0 0 0,-1 1 0 0 0,1-1 0 0 0,-1 0 0 0 0,1 1 2 0 0,-1-1 2 0 0,1 0 1 0 0,-1 0 0 0 0,0 0-1 0 0,0 0 1 0 0,1 0-1 0 0,-1 0 1 0 0,1 0-1 0 0,-1 0 1 0 0,1 0-1 0 0,-1 0 1 0 0,1 0-1 0 0,0 0 1 0 0,-1 0-1 0 0,1-1 1 0 0,0-1-9 0 0,-1-6 1 0 0,7 1-2 0 0,4 0-56 0 0,1 5 18 0 0,1-1 0 0 0,-1 2 0 0 0,1-1 0 0 0,-1 2 0 0 0,1-1 0 0 0,0 2 0 0 0,13 0 0 0 0,1-1 61 0 0,77 6-10 0 0,-51-1 0 0 0,-6-1-2 0 0,101 0 79 0 0,-101-5 70 0 0,92 6 1 0 0,-71-2 17 0 0,-56-1-100 0 0,-7-2 1 0 0,3-3 6 0 0,-22 1 6 0 0,-7 2-105 0 0,0 1-1 0 0,0 2 1 0 0,-23 3-1 0 0,-30 2-59 0 0,-119 2-105 0 0,140-6 179 0 0,-24 0 15 0 0,45-1 62 0 0,25-1-30 0 0,0 0-1 0 0,0-1 1 0 0,-11-1 0 0 0,19 1-27 0 0,0 0 1 0 0,0 0-1 0 0,0 0 0 0 0,-1 0 1 0 0,1 0-1 0 0,0 0 1 0 0,0 0-1 0 0,0 0 0 0 0,-1 0 1 0 0,1 0-1 0 0,0 0 1 0 0,0 0-1 0 0,0 0 0 0 0,-1 0 1 0 0,1 0-1 0 0,0 0 1 0 0,0 0-1 0 0,0 0 0 0 0,-1 0 1 0 0,1 0-1 0 0,0 0 0 0 0,0 0 1 0 0,0 0-1 0 0,0 1 1 0 0,-1-1-1 0 0,1 0 0 0 0,0 0 1 0 0,0 0-1 0 0,0 0 1 0 0,0 0-1 0 0,0 0 0 0 0,-1 1 1 0 0,1-1-1 0 0,0 0 1 0 0,0 0-1 0 0,0 0 0 0 0,0 0 1 0 0,0 1-1 0 0,0-1 0 0 0,0 0 1 0 0,0 0-1 0 0,0 0 1 0 0,0 1-1 0 0,0-1 0 0 0,0 0 1 0 0,0 0-1 0 0,0 0 1 0 0,0 1-1 0 0,0-1 0 0 0,0 0 1 0 0,0 0-1 0 0,0 0 0 0 0,0 1 1 0 0,0-1-1 0 0,0 0 1 0 0,0 0-1 0 0,0 0 0 0 0,0 0 1 0 0,0 1-1 0 0,9 7 79 0 0,4-2-86 0 0,-6-5 0 0 0,-1 0 0 0 0,0 0 0 0 0,13-1 0 0 0,1 0 0 0 0,14 1 38 0 0,56-6 0 0 0,-55 1-39 0 0,56-6 57 0 0,-54 5 61 0 0,-1 1 1 0 0,1 2-1 0 0,58 4 0 0 0,-41 4 93 0 0,63 16-1 0 0,58 16 72 0 0,-15-3-130 0 0,-146-29-105 0 0,-13-6-26 0 0,0 1 0 0 0,0 0 0 0 0,0-1 0 0 0,0 1 0 0 0,0-1 0 0 0,0 0 0 0 0,0 1 0 0 0,0-1-1 0 0,1 0 1 0 0,-1 0 0 0 0,2 1 0 0 0,-34 15 47 0 0,4-9-162 0 0,-1-1 0 0 0,1-1 0 0 0,-48 3 1 0 0,17-3-42 0 0,-184 34-476 0 0,202-31 566 0 0,38-7 464 0 0,6-1-387 0 0,0 0 1 0 0,-1 1-1 0 0,1 0 0 0 0,0 0 0 0 0,4 1 1 0 0,10 2-16 0 0,103 9 108 0 0,-67-9-112 0 0,106 3 227 0 0,32 4 438 0 0,-67 4-141 0 0,-117-13-474 0 0,-8 0-48 0 0,-7 2-21 0 0,7-4 10 0 0,-19 7-3 0 0,0-2 0 0 0,-1 0 0 0 0,1-1 0 0 0,-37 3 0 0 0,17-2 0 0 0,-36 5 16 0 0,-11 0 72 0 0,-155 41 0 0 0,233-49-18 0 0,23 3 84 0 0,2-2-127 0 0,0-1 0 0 0,0 0 1 0 0,32-3-1 0 0,-6 1-8 0 0,206 5 285 0 0,-151-5-160 0 0,-223 8-504 0 0,30-6 154 0 0,-43 0-4 0 0,106-5 210 0 0,32 3 0 0 0,0 0 0 0 0,0 1 0 0 0,0-1 0 0 0,0 0 0 0 0,0 0 0 0 0,0 0 0 0 0,0 0 0 0 0,0 0 0 0 0,0 0 0 0 0,0 0 0 0 0,-1 0 0 0 0,1 0 0 0 0,0 0 0 0 0,0 0 0 0 0,0 0 0 0 0,0 0 0 0 0,0 0 0 0 0,0 0 0 0 0,0 0 0 0 0,0 0 0 0 0,0 0 0 0 0,0 0 0 0 0,-1 0 0 0 0,1 0 0 0 0,0 0 0 0 0,0 0 0 0 0,0 0 0 0 0,0 0 0 0 0,0 0 0 0 0,0-1 0 0 0,0 1 0 0 0,0 0 0 0 0,0 0 0 0 0,0 0 0 0 0,0 0 0 0 0,0 0 0 0 0,0 0 0 0 0,-1 0 0 0 0,1 0 0 0 0,0 0 0 0 0,0 0 0 0 0,0 0 0 0 0,0 0 0 0 0,0-1 0 0 0,0 1 0 0 0,0 0 0 0 0,0 0 0 0 0,0 0 0 0 0,0 0 0 0 0,0 0 0 0 0,0 0 0 0 0,0 0 0 0 0,0 0 0 0 0,0 0 0 0 0,0 0 0 0 0,0-1 0 0 0,0 1 0 0 0,0 0 0 0 0,0 0 0 0 0,0 0 0 0 0,7-3 0 0 0,11-3 12 0 0,19 1 7 0 0,0 2 0 0 0,71 2-1 0 0,-53 2-14 0 0,249 4 2 0 0,-209-2 52 0 0,-33-4-60 0 0,48 2 58 0 0,-99 0-60 0 0,-8 0-68 0 0,-19-1-90 0 0,-152-6-998 0 0,149 3 644 0 0,19 3 516 0 0,0 0-1 0 0,0-1 1 0 0,0 1 0 0 0,0 0 0 0 0,0 0-1 0 0,1-1 1 0 0,-1 1 0 0 0,0 0-1 0 0,0 0 1 0 0,0 0 0 0 0,0-1-1 0 0,0 1 1 0 0,0 0 0 0 0,1 0-1 0 0,-1 0 1 0 0,0 0 0 0 0,0-1 0 0 0,0 1-1 0 0,0 0 1 0 0,1 0 0 0 0,-1 0-1 0 0,0 0 1 0 0,0 0 0 0 0,0 0-1 0 0,1-1 1 0 0,-1 1 0 0 0,0 0-1 0 0,0 0 1 0 0,1 0 0 0 0,-1 0-1 0 0,0 0 1 0 0,0 0 0 0 0,0 0 0 0 0,1 0-1 0 0,-1 0 1 0 0,0 0 0 0 0,38-8 175 0 0,197-12 5 0 0,-36 4-18 0 0,413-28-98 0 0,-346 27-62 0 0,-214 11-18 0 0,-49 6-61 0 0,-147-7-1654 0 0,19 7 962 0 0,-316 5-1778 0 0,318-6 4751 0 0,590-5-864 0 0,-33 2 1018 0 0,-392 2-2216 0 0,-34 0-87 0 0,-9 0-44 0 0,-8 0-32 0 0,9 1 22 0 0,-73-7-273 0 0,-90 2 1 0 0,65 4 76 0 0,-499-12-705 0 0,444 15 893 0 0,56 1 92 0 0,95-2 373 0 0,91-9 166 0 0,211-9-433 0 0,-172 12-79 0 0,284-9 1345 0 0,-354 13-1318 0 0,-56 2-108 0 0,-5 0-153 0 0,-240-10-332 0 0,144 7 339 0 0,-320-15-268 0 0,389 18 383 0 0,17 0-3 0 0,1 0-1 0 0,-22-3 1 0 0,46-5-117 0 0,1 4 79 0 0,-1 0 0 0 0,1 1 0 0 0,0 0 0 0 0,0 1 1 0 0,1 1-1 0 0,-1 0 0 0 0,17 1 0 0 0,-3-1-30 0 0,186-13-112 0 0,51-2-2 0 0,-147 23 272 0 0,-56-1-40 0 0,-40-3-41 0 0,16 5 58 0 0,-26-7-41 0 0,-28 4 41 0 0,-8-2-32 0 0,-1-1 0 0 0,-48-2 0 0 0,25-1-11 0 0,-85 1 40 0 0,-261-3-423 0 0,131 9 287 0 0,254-6 86 0 0,8 0 44 0 0,40 8 15 0 0,350-3-142 0 0,-187-18-843 0 0,58-2-610 0 0,-420 21-137 0 0,23-1 1475 0 0,-316 1-780 0 0,61 0 1479 0 0,425-16-432 0 0,3 0 8 0 0,-20 5-45 0 0,29-6 0 0 0,62-11 166 0 0,-4 0-48 0 0,-23 10 143 0 0,126-3 0 0 0,-138 10-192 0 0,-14 1 72 0 0,-3-2 66 0 0,-38 5-220 0 0,-10 1 178 0 0,-18-1-144 0 0,-223 1-104 0 0,36 2 8 0 0,186-2 31 0 0,-1 0 1 0 0,-23 5-1 0 0,11 0 7 0 0,-51-1 1 0 0,79-4 180 0 0,5-1-113 0 0,21-4-101 0 0,0 0-1 0 0,0 1 0 0 0,0 2 1 0 0,44 0-1 0 0,-26 2 38 0 0,80 4-138 0 0,-35 0 192 0 0,-62-3-74 0 0,-23-1-49 0 0,9 4-44 0 0,-7-1 55 0 0,-1 0 60 0 0,0 1 1 0 0,0-1-1 0 0,1 0 0 0 0,0-1 0 0 0,-1 1 0 0 0,1 0 1 0 0,7 2-1 0 0,-4-1 41 0 0,-4-3-24 0 0,0 1-1 0 0,1-1 1 0 0,-1 0 0 0 0,0 0-1 0 0,1 0 1 0 0,-1 0 0 0 0,5 0-1 0 0,11 3 58 0 0,2 1-17 0 0,-1 0 0 0 0,2-2-1 0 0,29 3 1 0 0,6-1-11 0 0,89 3 206 0 0,-79-6-105 0 0,-30-1-50 0 0,319 6 520 0 0,142 3-211 0 0,-259-1-316 0 0,-7 9-81 0 0,-19-1 122 0 0,-167-17-15 0 0,-96-5-397 0 0,21 0 170 0 0,-418-13-886 0 0,433 18 975 0 0,-289 3-507 0 0,-1 18 117 0 0,247-10 412 0 0,55-11 192 0 0,24 6-26 0 0,-4-1-84 0 0,34 4 163 0 0,61 2 0 0 0,55-6-47 0 0,-33-2 28 0 0,-104-1-213 0 0,491 13 1556 0 0,-468-17-1482 0 0,-52 2-71 0 0,-4 0-107 0 0,-421-5-1194 0 0,189 0 1109 0 0,52 11 31 0 0,92-2 119 0 0,-120 9 441 0 0,208-13 370 0 0,4 0-637 0 0,34-2 107 0 0,62 4 0 0 0,-5 1-195 0 0,262 10 68 0 0,-279-9-36 0 0,156 22 350 0 0,-214-23-390 0 0,-7 0-61 0 0,-8-2-67 0 0,-6-1-72 0 0,-200 1-280 0 0,45-2 322 0 0,-298 11-383 0 0,395-4 463 0 0,76 0-70 0 0,16 2 71 0 0,1-1 1 0 0,1-2-1 0 0,35 1 1 0 0,-22-2 8 0 0,58 7-5 0 0,404 44 966 0 0,-455-47-838 0 0,-72-2-290 0 0,-5-2 122 0 0,1-1 1 0 0,-1-2-1 0 0,0 0 0 0 0,-26-3 0 0 0,-4 1 19 0 0,-114-2-9 0 0,-197 7-48 0 0,267 1 479 0 0,671-44-376 0 0,-557 37-17 0 0,-5 1-2 0 0,-1 0 0 0 0,0-1 0 0 0,17-5 0 0 0,-27 7-1 0 0,1 0-1 0 0,-1-1 1 0 0,0 1 0 0 0,0 0 0 0 0,0-1 0 0 0,1 1-1 0 0,-1 0 1 0 0,0 0 0 0 0,0-1 0 0 0,0 1 0 0 0,0 0-1 0 0,0-1 1 0 0,0 1 0 0 0,0 0 0 0 0,0-1-1 0 0,0 1 1 0 0,0 0 0 0 0,0-1 0 0 0,0 1 0 0 0,0 0-1 0 0,0-1 1 0 0,0 1 0 0 0,0 0 0 0 0,0-1 0 0 0,0 1-1 0 0,0 0 1 0 0,-1-1 0 0 0,1 1 0 0 0,0 0-1 0 0,0-1 1 0 0,-1 0-8 0 0,0-1 0 0 0,0 1 0 0 0,-1 0 0 0 0,1 0 0 0 0,0 0 0 0 0,0 0 0 0 0,-1 0 0 0 0,1 0-1 0 0,0 0 1 0 0,-1 0 0 0 0,1 0 0 0 0,-1 1 0 0 0,-1-1 0 0 0,-23-7-173 0 0,17 5 115 0 0,-85-19-695 0 0,-105-11 1 0 0,41 8-144 0 0,-89-3 489 0 0,170 28 430 0 0,74 0 202 0 0,6 0-143 0 0,151 4 89 0 0,-45-3-164 0 0,168-6 449 0 0,-271 4-436 0 0,16 3-20 0 0,-59-16-348 0 0,-7 4 11 0 0,-73-7 0 0 0,-49 7-386 0 0,78 6 279 0 0,-291-26 297 0 0,351 25 1839 0 0,30 4-1424 0 0,23-4-156 0 0,0 1 0 0 0,1 1-1 0 0,-1 1 1 0 0,40 1 0 0 0,11 0-87 0 0,293-26-13 0 0,-217 20 163 0 0,39-4 66 0 0,-187 10-227 0 0,0 0 0 0 0,0 0 0 0 0,0 0-1 0 0,0-1 1 0 0,4-1 0 0 0,-22-4-91 0 0,-15 1-100 0 0,0 1 0 0 0,-36 0 1 0 0,36 2 88 0 0,-465-3-220 0 0,330 14 320 0 0,157-7-8 0 0,-18 1 512 0 0,32-1-464 0 0,1-1-1 0 0,-1 2 1 0 0,11 2 0 0 0,7 1-17 0 0,10-2-2 0 0,-1-1 1 0 0,37-3-1 0 0,-32 0-8 0 0,138-6 45 0 0,38 1-63 0 0,-92 9 5 0 0,-67-8-424 0 0,-85-1-9 0 0,-406-1-540 0 0,430 7 966 0 0,-29 0 2 0 0,-199 8 351 0 0,172-6 182 0 0,59-2-232 0 0,0 0-152 0 0,2 0-117 0 0,-1 0-1 0 0,1 1 1 0 0,-1-1-1 0 0,1 0 0 0 0,0 0 1 0 0,-1 0-1 0 0,1 0 1 0 0,-1 0-1 0 0,1 0 0 0 0,-1 0 1 0 0,1 0-1 0 0,0-1 1 0 0,-1 1-1 0 0,1 0 1 0 0,-1 0-1 0 0,1 0 0 0 0,0 0 1 0 0,-1 0-1 0 0,1-1 1 0 0,-1 1-1 0 0,1 0 0 0 0,0 0 1 0 0,-1-1-1 0 0,1 1 1 0 0,0 0-1 0 0,-1-1 1 0 0,1 1-1 0 0,0 0 0 0 0,0-1 1 0 0,-1 1-1 0 0,1 0 1 0 0,0-1-1 0 0,0 1 0 0 0,0-1 1 0 0,-1 1-1 0 0,1 0 1 0 0,0-1-1 0 0,0 1 1 0 0,0-1-1 0 0,0 1 0 0 0,0-1 1 0 0,0 0-1 0 0,-5-9-26 0 0,0 6 0 0 0,1 1 0 0 0,-1 1 0 0 0,0-1 0 0 0,1 0 0 0 0,-1 1 0 0 0,0 0 0 0 0,-6-1 0 0 0,3 1 0 0 0,1 0 0 0 0,-1 1 0 0 0,-15 0 0 0 0,-6-2 0 0 0,-12 0 0 0 0,-10-3 0 0 0,41 5 0 0 0,0 1 27 0 0,8 0 418 0 0,40-11-308 0 0,-28 7-102 0 0,1 0 0 0 0,-1 2 0 0 0,1-1 0 0 0,15-1 0 0 0,187-11-35 0 0,-180 12 0 0 0,35-7 0 0 0,6-1 0 0 0,26 0 0 0 0,77-7 0 0 0,-165 17-17 0 0,-10 1-63 0 0,-26 12-88 0 0,10-8 151 0 0,-1-1 0 0 0,0-1 0 0 0,-23 1 0 0 0,6 0 14 0 0,-166 10 3 0 0,132-9 0 0 0,21 2 0 0 0,29-4 0 0 0,-25 2 0 0 0,31-5 11 0 0,8 1 333 0 0,35 9-200 0 0,-12-9-70 0 0,26-4-1 0 0,-23 2-47 0 0,70-11-26 0 0,-25 5 3 0 0,16 0 58 0 0,-4-2 25 0 0,-59 7-72 0 0,0 0 0 0 0,43 1 0 0 0,-54 3-3 0 0,-6-1 32 0 0,3 0-22 0 0,-5 0 163 0 0,-15 6-40 0 0,-4 1-126 0 0,0-1 0 0 0,-1-1 0 0 0,0-1 0 0 0,-23 3 0 0 0,18-3-23 0 0,-22 2 5 0 0,33-3 11 0 0,21 2 42 0 0,10-4-20 0 0,26 0-1 0 0,-7-2-33 0 0,102 11 1 0 0,33-1 0 0 0,416 22 0 0 0,-452-22 0 0 0,44 4 0 0 0,106 25 76 0 0,-259-35-33 0 0,61 5 66 0 0,-77-9-50 0 0,-50-1-1 0 0,17 0-51 0 0,-56-4-52 0 0,-154-4-238 0 0,121 10 159 0 0,-42 2-48 0 0,141-1 162 0 0,-196 6-220 0 0,27-5 241 0 0,167-3 12 0 0,6 1-8 0 0,1 0 1 0 0,0 0-1 0 0,0 0 0 0 0,0 1 0 0 0,0 0 0 0 0,-8 2 0 0 0,11-2 565 0 0,4-1-468 0 0,34 5 19 0 0,0-2-1 0 0,50-1 0 0 0,3-1-121 0 0,159 4 11 0 0,-9-1 192 0 0,-14 8 268 0 0,-111-7-302 0 0,13 0-52 0 0,-74 0-152 0 0,-79-2-322 0 0,5 0 234 0 0,-49 0-160 0 0,-97-11 0 0 0,70 2 181 0 0,-205 6-55 0 0,65 9 137 0 0,226-8 25 0 0,27 5 63 0 0,7-2-54 0 0,-1-1 0 0 0,34 0 1 0 0,-16-1 19 0 0,356 21-31 0 0,-245-17-12 0 0,34 3 11 0 0,-135-1 29 0 0,-63-4-132 0 0,-174 5-482 0 0,67-5 429 0 0,-119 2-238 0 0,-5 1-74 0 0,179-4 403 0 0,-101 9-4 0 0,158-12 58 0 0,-21 6 0 0 0,19-3 11 0 0,8-3 108 0 0,46 8 25 0 0,249 6-40 0 0,-200-13-98 0 0,116 1 1 0 0,62 1 50 0 0,-206-1-32 0 0,105 7 82 0 0,-132-6-92 0 0,15 1-18 0 0,-53-4 3 0 0,0 0 0 0 0,0 0-1 0 0,0 0 1 0 0,0 0 0 0 0,1 0 0 0 0,-1 0-1 0 0,0 0 1 0 0,0 0 0 0 0,0 0 0 0 0,1 0-1 0 0,-1 0 1 0 0,0 0 0 0 0,0 0 0 0 0,0 0-1 0 0,1 0 1 0 0,-1 0 0 0 0,0 0-1 0 0,0 0 1 0 0,0 1 0 0 0,0-1 0 0 0,1 0-1 0 0,-1 0 1 0 0,0 0 0 0 0,0 0 0 0 0,0 0-1 0 0,0 0 1 0 0,0 1 0 0 0,0-1 0 0 0,1 0-1 0 0,-1 0 1 0 0,0 0 0 0 0,0 0 0 0 0,0 1-1 0 0,0-1 1 0 0,-6 4-23 0 0,-10 2-33 0 0,-17 1 3 0 0,1-2-1 0 0,-1-2 1 0 0,-38 0 0 0 0,26-1 0 0 0,-208 9-227 0 0,-246 16-798 0 0,424-21 1016 0 0,-215 22-92 0 0,87-6 154 0 0,189-20 11 0 0,34 2 42 0 0,8-2 18 0 0,35-1 0 0 0,-9-1 19 0 0,353 0 34 0 0,-232-3-120 0 0,445-3 708 0 0,-372 0-600 0 0,-201 2-101 0 0,-47 4-10 0 0,0 0 0 0 0,0-1 1 0 0,0 1-1 0 0,0 0 0 0 0,0-1 1 0 0,0 1-1 0 0,1 0 0 0 0,-1 0 1 0 0,0-1-1 0 0,0 1 0 0 0,0 0 0 0 0,0 0 1 0 0,0-1-1 0 0,0 1 0 0 0,0 0 1 0 0,0-1-1 0 0,0 1 0 0 0,0 0 0 0 0,-1 0 1 0 0,1-1-1 0 0,0 1 0 0 0,0 0 1 0 0,0 0-1 0 0,0-1 0 0 0,0 1 0 0 0,0 0 1 0 0,-1 0-1 0 0,1-1 0 0 0,0 1 1 0 0,0 0-1 0 0,-3-3-17 0 0,1 1 0 0 0,0-1 0 0 0,-1 1 1 0 0,0 0-1 0 0,1 0 0 0 0,-1 0 0 0 0,0 0 0 0 0,0 0 1 0 0,0 1-1 0 0,-4-2 0 0 0,-36-11-154 0 0,33 11 109 0 0,-219-50-1007 0 0,-3 17-696 0 0,127 21 449 0 0,86 11 1331 0 0,16 1 321 0 0,12-1-69 0 0,5 2-179 0 0,1 1 1 0 0,0 0-1 0 0,0 1 0 0 0,0 1 0 0 0,22 3 0 0 0,-5 0-32 0 0,334 30 199 0 0,-290-26-94 0 0,40 2 283 0 0,-120-10-528 0 0,-1-1 0 0 0,1 0 0 0 0,0 0 0 0 0,-1 0 0 0 0,-3-2 0 0 0,-12-3-135 0 0,-141-23-1402 0 0,-218-11 0 0 0,240 31 1409 0 0,127 8 234 0 0,10 1 378 0 0,98-6 510 0 0,221 11-430 0 0,106 0 1187 0 0,-291-10-1013 0 0,-135 4-685 0 0,0 1 0 0 0,0-1 0 0 0,-1 1 0 0 0,1-1-1 0 0,0 0 1 0 0,-4-2 0 0 0,-7-2-42 0 0,-57-8-250 0 0,-140-8-1 0 0,138 16 232 0 0,-185-8-106 0 0,149 9 202 0 0,74 2 83 0 0,-67 1 1392 0 0,249-2-933 0 0,-28 2-502 0 0,-47-2-95 0 0,304-8-480 0 0,-446 4-326 0 0,-404-13 378 0 0,303 6 424 0 0,126 6 70 0 0,43 8 378 0 0,6 0-292 0 0,130 6 106 0 0,117 1-209 0 0,-41-4 14 0 0,-170-3 42 0 0,8 1-39 0 0,-34 0 27 0 0,-4-4-47 0 0,-9 2-66 0 0,-11-7-51 0 0,0 3 109 0 0,0 0 1 0 0,-1 1-1 0 0,0 0 1 0 0,1 1-1 0 0,-1 0 0 0 0,-13-2 1 0 0,1 0-47 0 0,-14-2-73 0 0,-57-4 0 0 0,29 4 9 0 0,-64-2-332 0 0,120 9 344 0 0,-5-1 394 0 0,13 0-49 0 0,9-2-12 0 0,3 0-139 0 0,1 1 0 0 0,0 0 0 0 0,1 1 0 0 0,-1 0 0 0 0,16 1 0 0 0,8 0-78 0 0,116 5-6 0 0,-83-1 0 0 0,114 10 0 0 0,-155-12 1 0 0,28 1-22 0 0,-54-3-75 0 0,-19-6-1127 0 0,6 1 1058 0 0,-99-19-563 0 0,97 21 661 0 0,0 1 0 0 0,-27-1 0 0 0,26 2-5 0 0,0 0 1 0 0,-21-5-1 0 0,27 4 49 0 0,5 1 63 0 0,0 0-1 0 0,0 0 1 0 0,1 0 0 0 0,-1 1-1 0 0,0 0 1 0 0,0-1-1 0 0,0 1 1 0 0,-6 1 0 0 0,16-1-28 0 0,147 6 522 0 0,-68 6-534 0 0,87 22 0 0 0,-158-29 0 0 0,-2-1 0 0 0,-3-1-12 0 0,-8-2-46 0 0,-16 4-8 0 0,6-2 82 0 0,-1 0 0 0 0,1-1 1 0 0,-1 0-1 0 0,0-1 0 0 0,0 0 0 0 0,0 0 0 0 0,0-1 0 0 0,-15-1 0 0 0,18 1-9 0 0,-580-5 171 0 0,448 5-164 0 0,85-1 53 0 0,1 1 153 0 0,-61 6 0 0 0,63-1-148 0 0,-37 6-75 0 0,-119 26 3 0 0,70-12 0 0 0,-237 13 0 0 0,19-25 15 0 0,335-13-10 0 0,-167 4 2603 0 0,521-5-2388 0 0,-154 3-40 0 0,-38-8 312 0 0,-143 5-492 0 0,1 1 0 0 0,-1 0 0 0 0,0-1 0 0 0,0 1 0 0 0,0-1 0 0 0,0 1-1 0 0,0 0 1 0 0,0-1 0 0 0,0 1 0 0 0,0-1 0 0 0,0 1 0 0 0,0 0 0 0 0,0-1 0 0 0,-1 1 0 0 0,1 0-1 0 0,0-1 1 0 0,0 1 0 0 0,0-1 0 0 0,0 1 0 0 0,-1 0 0 0 0,1-1 0 0 0,0 1 0 0 0,-1-1 0 0 0,0 0-8 0 0,0-1 0 0 0,-1 1 1 0 0,0-1-1 0 0,1 1 0 0 0,-1 0 1 0 0,0 0-1 0 0,1 0 1 0 0,-1 0-1 0 0,0 0 0 0 0,0 0 1 0 0,-3-1-1 0 0,-24-6-77 0 0,22 7 55 0 0,-18-4-21 0 0,-1 1 0 0 0,-44 0 0 0 0,-6 0-5 0 0,-162-22-222 0 0,223 24 278 0 0,5 3 11 0 0,8 0 402 0 0,61-9-261 0 0,25 5-152 0 0,196-4 0 0 0,-248 7 285 0 0,0 1-1 0 0,57 8 1 0 0,-87-8 732 0 0,-286-2-3427 0 0,211-1 2268 0 0,-112-8-191 0 0,-70-2 313 0 0,248 12-11 0 0,-23 0 209 0 0,25-1-68 0 0,17-3-85 0 0,81-4-98 0 0,-53 5 74 0 0,101 0-65 0 0,7-2 64 0 0,-87 3 0 0 0,51 2 128 0 0,-233 0-128 0 0,49-2 0 0 0,-407 17-520 0 0,338-9 486 0 0,-57 5 4 0 0,174-7 29 0 0,16-2 15 0 0,0-1 1 0 0,0 0-1 0 0,0 0 0 0 0,-13 0 1 0 0,32 3 50 0 0,-6-1-65 0 0,9 2 12 0 0,0-1 0 0 0,1-1 0 0 0,-1 0 0 0 0,1-2 0 0 0,26 2 0 0 0,-8-2-20 0 0,236 4 27 0 0,-36-3 138 0 0,61 8 60 0 0,140 10-114 0 0,-14 11-103 0 0,-407-28 1 0 0,-9-2-14 0 0,0-1 1 0 0,0 1-1 0 0,0-1 0 0 0,0 1 0 0 0,0-1 0 0 0,0 0 1 0 0,4-1-1 0 0,-176 1-707 0 0,97-2 629 0 0,-632 29-557 0 0,624-17 842 0 0,76-9 428 0 0,18 3-514 0 0,19 3-59 0 0,0-3-1 0 0,1-1 1 0 0,48-1-1 0 0,-3-1 40 0 0,253 3 677 0 0,-105-3 24 0 0,-218-1-758 0 0,128 0 200 0 0,-124-1-205 0 0,-11 0 54 0 0,-140-4 20 0 0,40-1-93 0 0,-36 2 51 0 0,-251-3-503 0 0,209 16 381 0 0,164-7 54 0 0,9-2-46 0 0,4 1-8 0 0,34 7 38 0 0,0-2 0 0 0,57 4 0 0 0,-30-4-27 0 0,278 37 210 0 0,-138-16 371 0 0,-201-26-450 0 0,-144-3-325 0 0,-373 2-689 0 0,454-1 785 0 0,56 2 151 0 0,12 2 0 0 0,11 2 0 0 0,34 2 25 0 0,53 0 0 0 0,-38-3 0 0 0,391 8 784 0 0,-454-13-837 0 0,-6-1 1 0 0,-7-2-31 0 0,-22-3-105 0 0,-1 2 0 0 0,0 0 1 0 0,-38 1-1 0 0,-7-1-106 0 0,-434-21-1943 0 0,-2 31 723 0 0,424-4 1489 0 0,-776 37-1255 0 0,450-10 2180 0 0,382-26-901 0 0,-3 0 62 0 0,-67 13-1 0 0,95-12 1098 0 0,8-3-1146 0 0,6 2-200 0 0,13 2 194 0 0,-1-1 0 0 0,1-1 0 0 0,-1-1 0 0 0,33-1 1 0 0,6 0 66 0 0,162 1 428 0 0,-110-2 1934 0 0,-120-2-2342 0 0,-17-2-136 0 0,-1 1 1 0 0,0 1 0 0 0,0 1 0 0 0,-31 3-1 0 0,3-1-123 0 0,-41-1-103 0 0,-140-5-418 0 0,176 3 584 0 0,-83-8 364 0 0,143 11-190 0 0,2 0-87 0 0,0 0 0 0 0,0 0 0 0 0,0 0 0 0 0,0 0 0 0 0,0 0 0 0 0,-1 0 0 0 0,1 0 0 0 0,0 0 0 0 0,0 0 0 0 0,0 0 0 0 0,0 0 0 0 0,0 0 0 0 0,0 0 0 0 0,0 0 0 0 0,0 0 0 0 0,-1 0-1 0 0,1 0 1 0 0,0 0 0 0 0,0 0 0 0 0,0 0 0 0 0,0 0 0 0 0,0 0 0 0 0,0 0 0 0 0,0 0 0 0 0,0 0 0 0 0,-1 0 0 0 0,1 0 0 0 0,0 0 0 0 0,0 0 0 0 0,0 0 0 0 0,0 0 0 0 0,0 0 0 0 0,0 0 0 0 0,0 0 0 0 0,0 0 0 0 0,0 0 0 0 0,0 0 0 0 0,0-1-1 0 0,-1 1 1 0 0,1 0 0 0 0,0 0 0 0 0,0 0 0 0 0,0 0 0 0 0,0 0 0 0 0,0 0 0 0 0,0 0 0 0 0,0 0 0 0 0,0 0 0 0 0,0-1 0 0 0,0 1 0 0 0,0 0 0 0 0,0 0 0 0 0,0 0 0 0 0,0 0 0 0 0,0 0 0 0 0,0 0 0 0 0,0 0 0 0 0,0-1 0 0 0,7-4 138 0 0,15-4-47 0 0,27-3-62 0 0,1 1 0 0 0,87-6 0 0 0,-65 10-32 0 0,266-26-6 0 0,86-3 638 0 0,-400 33-627 0 0,28 1-26 0 0,-50 2-59 0 0,-14 0-190 0 0,-402 21-800 0 0,253-6 705 0 0,-121 14 494 0 0,280-29 144 0 0,4 2-272 0 0,1-1 0 0 0,0 0 0 0 0,-1 0 1 0 0,1 0-1 0 0,0-1 0 0 0,-1 1 0 0 0,1-1 0 0 0,0 1 0 0 0,0-1 0 0 0,4 0 1 0 0,0 0-6 0 0,41 2 21 0 0,56-5 0 0 0,-22 0-5 0 0,315-19 235 0 0,-2-21 227 0 0,33-2-189 0 0,-229 25-520 0 0,-196 20 96 0 0,-16-4-1047 0 0,3 1 990 0 0,-1 0 1 0 0,0 2-1 0 0,-21-2 1 0 0,-49 3-208 0 0,35 1 318 0 0,21-1 63 0 0,-108 5-48 0 0,133-5 64 0 0,0 0 1 0 0,0 0-1 0 0,0 0 0 0 0,0 0 0 0 0,0 0 0 0 0,0 0 1 0 0,0 0-1 0 0,0 0 0 0 0,0 0 0 0 0,0 0 0 0 0,0 0 1 0 0,0 0-1 0 0,0 0 0 0 0,0 0 0 0 0,0 0 0 0 0,0 0 1 0 0,0 1-1 0 0,0-1 0 0 0,0 0 0 0 0,0 0 0 0 0,0 0 1 0 0,0 0-1 0 0,0 0 0 0 0,0 0 0 0 0,0 0 0 0 0,0 0 1 0 0,0 0-1 0 0,0 0 0 0 0,0 0 0 0 0,0 0 0 0 0,0 0 1 0 0,0 0-1 0 0,0 0 0 0 0,0 0 0 0 0,0 0 0 0 0,0 0 1 0 0,0 0-1 0 0,0 0 0 0 0,0 0 0 0 0,0 1 0 0 0,0-1 1 0 0,0 0-1 0 0,0 0 0 0 0,0 0 0 0 0,0 0 0 0 0,-1 0 1 0 0,11 3 22 0 0,14 1 31 0 0,244 0 348 0 0,-145-6-11 0 0,-89 1-271 0 0,-4 0-12 0 0,-29 2-101 0 0,-4-1-13 0 0,-18 2-55 0 0,-196 5-123 0 0,-83 2 155 0 0,59-1-6 0 0,129-3 30 0 0,-20 0-54 0 0,-27-7 59 0 0,154 2 0 0 0,-20-5 0 0 0,15 2 16 0 0,8 3 200 0 0,8-13-80 0 0,-4 11-122 0 0,0 0-1 0 0,0 0 1 0 0,0 0-1 0 0,0 0 1 0 0,0 0-1 0 0,0 1 0 0 0,0-1 1 0 0,1 1-1 0 0,-1-1 1 0 0,1 1-1 0 0,3-1 1 0 0,33-10 37 0 0,-29 9-62 0 0,194-42-354 0 0,-104 26 191 0 0,50-2 132 0 0,-81 14 5 0 0,56 3 37 0 0,-47 3 0 0 0,-34-1 0 0 0,66 6 0 0 0,-96-2 0 0 0,0 1 0 0 0,-3-1-13 0 0,-9-1-52 0 0,-126 1-615 0 0,-29 1 454 0 0,-58 0-606 0 0,141 3 428 0 0,66-6 384 0 0,2 0 20 0 0,5 0 54 0 0,420-5-44 0 0,-283-5 38 0 0,-42 2-5 0 0,-81 7-38 0 0,219-7 107 0 0,-274 5-273 0 0,-39-3-134 0 0,-233 23 295 0 0,171-11 0 0 0,52-3 0 0 0,-77-2 28 0 0,71-3-2 0 0,79 2 1160 0 0,15-1-990 0 0,6-3-165 0 0,0 0 1 0 0,0 0-1 0 0,1 1 0 0 0,-1 0 0 0 0,1 0 0 0 0,0 1 0 0 0,-1 0 0 0 0,1 0 1 0 0,0 1-1 0 0,12-1 0 0 0,14-3-48 0 0,-6 2-20 0 0,53-1 0 0 0,-16 1 27 0 0,-9 0-8 0 0,102-13-18 0 0,-144 14 18 0 0,-9 2 7 0 0,1-1 0 0 0,0 1-1 0 0,0-1 1 0 0,7-3 0 0 0,-2 1-43 0 0,-9 2-11 0 0,-11-2-463 0 0,-5 2 507 0 0,0 1 0 0 0,0 0 0 0 0,-15 3 0 0 0,-10 0 18 0 0,-93 0-91 0 0,81-3-51 0 0,-31-2 28 0 0,49 3 57 0 0,3 1 60 0 0,21-2 11 0 0,7 0 285 0 0,5 1-274 0 0,0-1-1 0 0,0-1 1 0 0,0 1 0 0 0,0 0-1 0 0,6-2 1 0 0,12-2 17 0 0,102 9 29 0 0,21 0-4 0 0,105-5 427 0 0,-234 0-448 0 0,-4 1-22 0 0,-9-1 262 0 0,-16 1-139 0 0,-13 3-132 0 0,14-2-37 0 0,0-1 0 0 0,-17 1 0 0 0,-174 3 9 0 0,42 0 17 0 0,14 5-1 0 0,112-6 0 0 0,7 1 0 0 0,19-4 11 0 0,25-1 50 0 0,-4-1-52 0 0,0 1 1 0 0,0 1-1 0 0,0 0 1 0 0,1 0-1 0 0,16 5 0 0 0,-1 1-9 0 0,-17-3-17 0 0,-8-4-63 0 0,-1 3-163 0 0,-1-2 202 0 0,0-1 28 0 0,1 0 1 0 0,-1 1 0 0 0,0-1-1 0 0,0 1 1 0 0,1 0 0 0 0,-1-1-1 0 0,0 1 1 0 0,0-1 0 0 0,0 1 0 0 0,0-1-1 0 0,0 1 1 0 0,0-1 0 0 0,0 1-1 0 0,0-1 1 0 0,0 1 0 0 0,0 0-1 0 0,0-1 1 0 0,0 1 0 0 0,0-1 0 0 0,0 2-1 0 0,-9 14-175 0 0,4-12 175 0 0,1-2-10 0 0,-4 3 17 0 0,0 0-1 0 0,0 0 0 0 0,0-1 1 0 0,-1 0-1 0 0,1 0 1 0 0,-11 2-1 0 0,-58 12-34 0 0,34-10 32 0 0,-107 15-29 0 0,63-13 3 0 0,-230 45-788 0 0,124-20 599 0 0,83-18 200 0 0,35-6 12 0 0,-81 22 0 0 0,154-33 532 0 0,3 3-466 0 0,0-1-54 0 0,0 1 1 0 0,1 0 0 0 0,-1-1 0 0 0,1 1-1 0 0,0-1 1 0 0,-1 0 0 0 0,1 1-1 0 0,1-1 1 0 0,-1 0 0 0 0,0 0 0 0 0,0 0-1 0 0,1-1 1 0 0,-1 1 0 0 0,1-1 0 0 0,-1 1-1 0 0,1-1 1 0 0,0 0 0 0 0,0 0-1 0 0,3 1 1 0 0,9 3 22 0 0,0-2-1 0 0,25 4 1 0 0,-16-3 17 0 0,179 22 928 0 0,-193-24-547 0 0,-16 1-369 0 0,-24 3-269 0 0,26-5 231 0 0,-238 17-845 0 0,47-5 8 0 0,155-9 722 0 0,-340 52 1066 0 0,380-56-950 0 0,0 0-1 0 0,0 0 1 0 0,0 0-1 0 0,0 1 1 0 0,1-1-1 0 0,-1 0 1 0 0,0 0-1 0 0,0 0 1 0 0,0 0-1 0 0,0 0 1 0 0,0 0-1 0 0,0 0 1 0 0,0 0-1 0 0,0 0 1 0 0,0 0 0 0 0,0 1-1 0 0,0-1 1 0 0,0 0-1 0 0,0 0 1 0 0,0 0-1 0 0,0 0 1 0 0,0 0-1 0 0,0 0 1 0 0,0 0-1 0 0,0 0 1 0 0,0 1-1 0 0,0-1 1 0 0,0 0-1 0 0,0 0 1 0 0,0 0-1 0 0,0 0 1 0 0,0 0-1 0 0,0 0 1 0 0,0 0-1 0 0,-1 0 1 0 0,1 0-1 0 0,0 0 1 0 0,0 1-1 0 0,0-1 1 0 0,0 0-1 0 0,0 0 1 0 0,0 0-1 0 0,0 0 1 0 0,0 0-1 0 0,0 0 1 0 0,0 0-1 0 0,0 0 1 0 0,-1 0 0 0 0,1 0-1 0 0,0 0 1 0 0,0 0-1 0 0,0 0 1 0 0,0 0-1 0 0,0 0 1 0 0,0 0-1 0 0,0 0 1 0 0,0 0-1 0 0,0 0 1 0 0,-1 0-1 0 0,1 0 1 0 0,14 5 125 0 0,23 3-222 0 0,64 4 312 0 0,-1-4-1 0 0,150-7 0 0 0,-224-4-74 0 0,-22 2-112 0 0,4-4-47 0 0,-20 0-191 0 0,1 2 111 0 0,0 2 0 0 0,0-1 0 0 0,1 1 0 0 0,-1 1 1 0 0,-12 1-1 0 0,-57 8-413 0 0,46-4 294 0 0,-119 19-994 0 0,-27 4-2 0 0,7-6 886 0 0,4 7-2499 0 0,143-24-791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01T06:42:38.78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25.498"/>
    </inkml:context>
    <inkml:brush xml:id="br0">
      <inkml:brushProperty name="width" value="0.05" units="cm"/>
      <inkml:brushProperty name="height" value="0.05" units="cm"/>
      <inkml:brushProperty name="color" value="#E71224"/>
    </inkml:brush>
  </inkml:definitions>
  <inkml:trace contextRef="#ctx0" brushRef="#br0">350 32 3711 0 0,'0'0'167'0'0,"-3"-3"-7"0"0,-10-7-69 0 0,10 7 565 0 0,3 3-573 0 0,1-1 1 0 0,-1 1-1 0 0,0-1 1 0 0,0 0-1 0 0,0 1 1 0 0,0-1-1 0 0,0 1 0 0 0,0-1 1 0 0,0 1-1 0 0,0-1 1 0 0,0 1-1 0 0,-1-1 1 0 0,1 0-1 0 0,0 1 1 0 0,0-1-1 0 0,0 1 1 0 0,-1-1-1 0 0,1 1 0 0 0,0-1 1 0 0,-1 1-1 0 0,1 0 1 0 0,0-1-1 0 0,-1 1 1 0 0,1-1-1 0 0,0 1 1 0 0,-1 0-1 0 0,1-1 1 0 0,-1 1-1 0 0,1 0 0 0 0,-1-1 1 0 0,0 1-28 0 0,0 0 1 0 0,0 0-1 0 0,0 0 1 0 0,0 1-1 0 0,0-1 1 0 0,0 0 0 0 0,0 1-1 0 0,0-1 1 0 0,0 1-1 0 0,0-1 1 0 0,1 1-1 0 0,-1-1 1 0 0,0 1-1 0 0,0-1 1 0 0,0 2-1 0 0,-6 4 241 0 0,1 0 0 0 0,-9 13 0 0 0,-148 182 2471 0 0,151-187-2564 0 0,-19 30 0 0 0,20-26-32 0 0,-1 0 0 0 0,-1-1 0 0 0,-25 25 0 0 0,37-41-432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26.148"/>
    </inkml:context>
    <inkml:brush xml:id="br0">
      <inkml:brushProperty name="width" value="0.05" units="cm"/>
      <inkml:brushProperty name="height" value="0.05" units="cm"/>
      <inkml:brushProperty name="color" value="#E71224"/>
    </inkml:brush>
  </inkml:definitions>
  <inkml:trace contextRef="#ctx0" brushRef="#br0">33 1 1375 0 0,'0'0'4520'0'0,"2"11"-3776"0"0,0 90 1266 0 0,-2-99-1983 0 0,-3 48 1111 0 0,-11 65-1 0 0,14-115-1134 0 0,-7 32 439 0 0,2-1 0 0 0,-2 42 1 0 0,7-71 347 0 0,1-1-670 0 0,1 1-82 0 0,0 0-1 0 0,1 0 1 0 0,-1-1-1 0 0,0 1 1 0 0,1-1-1 0 0,-1 0 1 0 0,1 1-1 0 0,0-1 1 0 0,-1 0-1 0 0,1-1 0 0 0,0 1 1 0 0,0 0-1 0 0,-1-1 1 0 0,1 1-1 0 0,0-1 1 0 0,4 0-1 0 0,5-1 87 0 0,0 0 0 0 0,21-6 0 0 0,6 0 19 0 0,-5 2-76 0 0,-19 3-83 0 0,0 0-1 0 0,25-1 1 0 0,-39 3-123 0 0,1 1-928 0 0,5 0-3665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27.710"/>
    </inkml:context>
    <inkml:brush xml:id="br0">
      <inkml:brushProperty name="width" value="0.05" units="cm"/>
      <inkml:brushProperty name="height" value="0.05" units="cm"/>
      <inkml:brushProperty name="color" value="#E71224"/>
    </inkml:brush>
  </inkml:definitions>
  <inkml:trace contextRef="#ctx0" brushRef="#br0">367 22 3223 0 0,'0'0'3064'0'0,"-3"0"-2877"0"0,3-1-165 0 0,-1 1 0 0 0,0 0 0 0 0,0 0 0 0 0,1-1 0 0 0,-1 1 0 0 0,0 0 0 0 0,1-1 1 0 0,-1 1-1 0 0,1-1 0 0 0,-1 1 0 0 0,0-1 0 0 0,1 1 0 0 0,-1-1 0 0 0,1 1 0 0 0,-1-1 0 0 0,1 1 0 0 0,-1-1 0 0 0,1 0 0 0 0,0 1 0 0 0,-1-1 0 0 0,0-2 1492 0 0,1 2-1413 0 0,0 1 0 0 0,0-1 1 0 0,0 1-1 0 0,0-1 0 0 0,0 1 0 0 0,0 0 0 0 0,0-1 0 0 0,0 1 0 0 0,0-1 0 0 0,0 1 0 0 0,-1-1 0 0 0,1 1 0 0 0,0-1 0 0 0,0 1 0 0 0,-1 0 0 0 0,1-1 0 0 0,0 1 0 0 0,-1-1 0 0 0,-3 2 1 0 0,0 0-1 0 0,0 0 1 0 0,-1 1-1 0 0,1-1 0 0 0,0 1 1 0 0,1 0-1 0 0,-1 0 1 0 0,0 1-1 0 0,1-1 0 0 0,-1 1 1 0 0,1-1-1 0 0,-6 7 1 0 0,-11 7 223 0 0,-16 11 392 0 0,-58 58 0 0 0,59-51-519 0 0,17-18-80 0 0,2 2 0 0 0,0 0 0 0 0,-18 25 0 0 0,28-36-120 0 0,-7 12 15 0 0,11-16 30 0 0,0 3-87 0 0,1-5-235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28.355"/>
    </inkml:context>
    <inkml:brush xml:id="br0">
      <inkml:brushProperty name="width" value="0.05" units="cm"/>
      <inkml:brushProperty name="height" value="0.05" units="cm"/>
      <inkml:brushProperty name="color" value="#E71224"/>
    </inkml:brush>
  </inkml:definitions>
  <inkml:trace contextRef="#ctx0" brushRef="#br0">46 1 1839 0 0,'0'0'4840'0'0,"4"10"-3656"0"0,-3-3-1011 0 0,1 1 0 0 0,-2-1-1 0 0,1 1 1 0 0,-1 0 0 0 0,0-1-1 0 0,-1 1 1 0 0,0-1 0 0 0,0 1-1 0 0,0-1 1 0 0,-1 1 0 0 0,-3 6-1 0 0,-13 51 560 0 0,5-19-392 0 0,11-37-247 0 0,-1 0-1 0 0,1 0 0 0 0,0 0 0 0 0,1 1 0 0 0,0 11 1 0 0,1-16 58 0 0,0 0 0 0 0,1 1 0 0 0,0-1 0 0 0,0 1 0 0 0,0-1 0 0 0,1 0 0 0 0,-1 0 0 0 0,1 0 0 0 0,1 0 0 0 0,3 7 0 0 0,-5-10-117 0 0,0 0-1 0 0,0 0 1 0 0,1 1 0 0 0,-1-1-1 0 0,1 0 1 0 0,-1-1 0 0 0,1 1-1 0 0,0 0 1 0 0,0 0-1 0 0,-1-1 1 0 0,1 1 0 0 0,0-1-1 0 0,1 1 1 0 0,-1-1 0 0 0,0 0-1 0 0,0 0 1 0 0,0 0 0 0 0,1 0-1 0 0,-1 0 1 0 0,1-1 0 0 0,-1 1-1 0 0,0-1 1 0 0,1 1 0 0 0,2-1-1 0 0,12 1 21 0 0,-1-1 1 0 0,1 0-1 0 0,25-4 0 0 0,23-2 73 0 0,-49 6-380 0 0,66 3 833 0 0,-73-1-1697 0 0,0-1 0 0 0,0 1 1 0 0,15 6-1 0 0,-16-5-3295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31.874"/>
    </inkml:context>
    <inkml:brush xml:id="br0">
      <inkml:brushProperty name="width" value="0.05" units="cm"/>
      <inkml:brushProperty name="height" value="0.05" units="cm"/>
      <inkml:brushProperty name="color" value="#E71224"/>
    </inkml:brush>
  </inkml:definitions>
  <inkml:trace contextRef="#ctx0" brushRef="#br0">0 0 1375 0 0,'0'0'7230'0'0,"2"4"-6989"0"0,1 2-114 0 0,-1-1 0 0 0,1 0 0 0 0,1 1 0 0 0,-1-1 1 0 0,1-1-1 0 0,-1 1 0 0 0,1 0 0 0 0,7 5 0 0 0,11 10 302 0 0,28 33-1 0 0,-46-50-372 0 0,0 1 0 0 0,0-1-1 0 0,0 0 1 0 0,0 0 0 0 0,8 5-1 0 0,4 2 58 0 0,51 49 396 0 0,-47-41-353 0 0,15 17 204 0 0,-14-15-280 0 0,27 22 0 0 0,-46-40-80 0 0,1 0-1 0 0,-1 0 0 0 0,1 0 0 0 0,0 0 0 0 0,-1-1 0 0 0,1 1 1 0 0,4 1-1 0 0,5 2 71 0 0,32 25 237 0 0,-42-28-254 0 0,0-1 11 0 0,-1-1-23 0 0,6 3-222 0 0,-15-2-559 0 0,-4-3 356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32.793"/>
    </inkml:context>
    <inkml:brush xml:id="br0">
      <inkml:brushProperty name="width" value="0.05" units="cm"/>
      <inkml:brushProperty name="height" value="0.05" units="cm"/>
      <inkml:brushProperty name="color" value="#E71224"/>
    </inkml:brush>
  </inkml:definitions>
  <inkml:trace contextRef="#ctx0" brushRef="#br0">229 5 1839 0 0,'0'0'1282'0'0,"-1"-1"-901"0"0,-2-2 973 0 0,1 5-506 0 0,5 13-210 0 0,7 20-342 0 0,-1-20-101 0 0,-1 0 0 0 0,2-1-1 0 0,0 0 1 0 0,1-1 0 0 0,14 15 0 0 0,-9-11-27 0 0,36 34 388 0 0,7 8 32 0 0,-42-42-446 0 0,26 23 39 0 0,-36-30-138 0 0,-7-9-41 0 0,0 0 0 0 0,0-1 0 0 0,0 1 0 0 0,0 0 0 0 0,-1-1 0 0 0,1 1 0 0 0,0 0 0 0 0,0-1 0 0 0,-1 1 0 0 0,1 0 0 0 0,0-1 0 0 0,-1 1 0 0 0,1-1 0 0 0,0 1 0 0 0,-1 0 0 0 0,1-1 0 0 0,-1 1 0 0 0,1-1 0 0 0,-1 1 0 0 0,0-1 0 0 0,1 0 0 0 0,-1 1 0 0 0,1-1 0 0 0,-1 0 0 0 0,0 1 0 0 0,1-1 1 0 0,-1 0-1 0 0,0 1 0 0 0,0-1 0 0 0,-25 6 22 0 0,14-6-13 0 0,0 0 0 0 0,0 0 0 0 0,0-1 0 0 0,-23-4 1 0 0,-47-18-5 0 0,16 4 143 0 0,-69-23 113 0 0,105 31-163 0 0,-8-8 131 0 0,36 18-153 0 0,0 1 2 0 0,-19-5 150 0 0,19 5-4 0 0,1 3-154 0 0,0 11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34.357"/>
    </inkml:context>
    <inkml:brush xml:id="br0">
      <inkml:brushProperty name="width" value="0.05" units="cm"/>
      <inkml:brushProperty name="height" value="0.05" units="cm"/>
      <inkml:brushProperty name="color" value="#E71224"/>
    </inkml:brush>
  </inkml:definitions>
  <inkml:trace contextRef="#ctx0" brushRef="#br0">23 1 1375 0 0,'0'0'66'0'0,"-4"4"-8"0"0,-14 16 6313 0 0,20-20-6066 0 0,8 5 62 0 0,-1 0 0 0 0,0 1-1 0 0,0 0 1 0 0,13 11-1 0 0,34 35 582 0 0,-29-26-545 0 0,48 45 696 0 0,3-5 0 0 0,126 83-1 0 0,-136-112-772 0 0,-14-9-182 0 0,-45-23-119 0 0,2 1 8 0 0,0 0 0 0 0,0-1 0 0 0,13 5 0 0 0,-19-9 10 0 0,3 1-22 0 0,-6-1 7 0 0,-16-3-676 0 0,-1 1 329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35.005"/>
    </inkml:context>
    <inkml:brush xml:id="br0">
      <inkml:brushProperty name="width" value="0.05" units="cm"/>
      <inkml:brushProperty name="height" value="0.05" units="cm"/>
      <inkml:brushProperty name="color" value="#E71224"/>
    </inkml:brush>
  </inkml:definitions>
  <inkml:trace contextRef="#ctx0" brushRef="#br0">190 0 919 0 0,'1'2'259'0'0,"42"69"6708"0"0,-23-41-6590 0 0,2 0 1 0 0,1-1 0 0 0,37 36-1 0 0,8 3 839 0 0,-66-66-658 0 0,-4 0-484 0 0,0 1-45 0 0,0-1 0 0 0,-1 1-1 0 0,1 0 1 0 0,-1-1 0 0 0,1 0-1 0 0,-1 1 1 0 0,0-1 0 0 0,0 0-1 0 0,0-1 1 0 0,0 1 0 0 0,0 0-1 0 0,-1-1 1 0 0,1 0 0 0 0,-5 2-1 0 0,-8 1 323 0 0,-31 4-1 0 0,16-3-190 0 0,-36 6-37 0 0,-37 8-32 0 0,85-14-87 0 0,0 1 0 0 0,0 0-1 0 0,-22 11 1 0 0,25-8-4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54.751"/>
    </inkml:context>
    <inkml:brush xml:id="br0">
      <inkml:brushProperty name="width" value="0.05" units="cm"/>
      <inkml:brushProperty name="height" value="0.05" units="cm"/>
      <inkml:brushProperty name="color" value="#E71224"/>
    </inkml:brush>
  </inkml:definitions>
  <inkml:trace contextRef="#ctx0" brushRef="#br0">113 115 4343 0 0,'0'0'5316'0'0,"-4"1"-5241"0"0,0 0-51 0 0,3-1-22 0 0,1 0 1 0 0,0-1-1 0 0,-1 1 0 0 0,1 0 0 0 0,0 0 1 0 0,-1 0-1 0 0,1 0 0 0 0,0 0 0 0 0,-1 0 1 0 0,1 0-1 0 0,0 0 0 0 0,-1 0 0 0 0,1 0 0 0 0,0 1 1 0 0,-1-1-1 0 0,1 0 0 0 0,0 0 0 0 0,0 0 1 0 0,-1 0-1 0 0,1 0 0 0 0,0 1 0 0 0,0-1 1 0 0,-1 0-1 0 0,1 0 0 0 0,0 0 0 0 0,0 1 1 0 0,-1-1-1 0 0,1 0 0 0 0,0 0 0 0 0,0 1 0 0 0,0-1 1 0 0,-1 0-1 0 0,1 0 0 0 0,0 1 0 0 0,0-1 1 0 0,0 0-1 0 0,0 1 0 0 0,0-1 0 0 0,0 0 1 0 0,0 1-1 0 0,0-1 0 0 0,0 0 0 0 0,0 1 0 0 0,0-1 1 0 0,0 0-1 0 0,0 0 0 0 0,0 1 0 0 0,0-1 1 0 0,0 0-1 0 0,0 1 0 0 0,0-1 0 0 0,0 0 1 0 0,0 1-1 0 0,0-1 0 0 0,0 0 0 0 0,1 1 1 0 0,-1-1-1 0 0,0 0 0 0 0,3 6 67 0 0,-2 3-5 0 0,-2-2 0 0 0,1-6-38 0 0,-1 1 0 0 0,0-1-1 0 0,0 1 1 0 0,1-1-1 0 0,-1 1 1 0 0,0-1 0 0 0,-1 0-1 0 0,1 1 1 0 0,0-1-1 0 0,0 0 1 0 0,0 0 0 0 0,-1 0-1 0 0,1 0 1 0 0,0 0-1 0 0,-1 0 1 0 0,1 0 0 0 0,-1 0-1 0 0,0-1 1 0 0,1 1-1 0 0,-1-1 1 0 0,1 1 0 0 0,-1-1-1 0 0,0 1 1 0 0,-3-1-1 0 0,-30-1 807 0 0,33 0-688 0 0,-13-14 543 0 0,14 13-651 0 0,-1 1-1 0 0,1-1 1 0 0,0 0 0 0 0,0 1-1 0 0,0-1 1 0 0,0 0 0 0 0,1 0 0 0 0,-1 0-1 0 0,0 0 1 0 0,1 0 0 0 0,-1 0-1 0 0,1 0 1 0 0,0 0 0 0 0,0 0-1 0 0,0 0 1 0 0,0 0 0 0 0,0 0-1 0 0,0 0 1 0 0,0 0 0 0 0,0 0 0 0 0,1 0-1 0 0,-1 1 1 0 0,1-1 0 0 0,0 0-1 0 0,-1 0 1 0 0,1 0 0 0 0,0 0-1 0 0,0 0 1 0 0,0 1 0 0 0,1-1 0 0 0,-1 1-1 0 0,0-1 1 0 0,0 1 0 0 0,3-3-1 0 0,5-1 19 0 0,1 1-58 0 0,-6 5-66 0 0,5 4 2 0 0,0 5 15 0 0,-5 3 32 0 0,-4 0-22 0 0,-7-4 22 0 0,6-9 21 0 0,1 1 0 0 0,-1-1 0 0 0,1 0 0 0 0,-1 1 0 0 0,1-1 1 0 0,-1 0-1 0 0,0 0 0 0 0,1 0 0 0 0,-1 1 0 0 0,1-1 0 0 0,-1 0 1 0 0,0 0-1 0 0,1 0 0 0 0,-1 0 0 0 0,1 0 0 0 0,-1 0 0 0 0,0 0 1 0 0,1 0-1 0 0,-1 0 0 0 0,1-1 0 0 0,-1 1 0 0 0,0 0 0 0 0,1 0 1 0 0,-1-1-1 0 0,0 1 6 0 0,-8-4 58 0 0,0-4 6 0 0,7 6-45 0 0,-1-1 0 0 0,2 0-1 0 0,-1 0 1 0 0,0 0 0 0 0,1 0 0 0 0,-1 0 0 0 0,1 0 0 0 0,0 0 0 0 0,0 0 0 0 0,0-1 0 0 0,0 1 0 0 0,1 0 0 0 0,-1-1 0 0 0,1 1 0 0 0,0-1 0 0 0,0 1 0 0 0,0-1 0 0 0,1 1 0 0 0,-1 0 0 0 0,1-1-1 0 0,0 1 1 0 0,-1 0 0 0 0,2 0 0 0 0,-1-1 0 0 0,0 1 0 0 0,1 0 0 0 0,-1 0 0 0 0,1 0 0 0 0,0 0 0 0 0,3-3 0 0 0,3-3 28 0 0,3 3 1 0 0,8-1-43 0 0,-15 8-16 0 0,-1-1-1 0 0,0 1-31 0 0,0-1 0 0 0,0 0 1 0 0,0 1-1 0 0,0-1 1 0 0,0 1-1 0 0,-1 0 0 0 0,1 0 1 0 0,0 0-1 0 0,0 1 1 0 0,-1-1-1 0 0,1 1 0 0 0,-1-1 1 0 0,1 1-1 0 0,-1 0 1 0 0,0 0-1 0 0,1 0 0 0 0,-1 0 1 0 0,0 0-1 0 0,3 5 1 0 0,-2-5 9 0 0,-1 0 13 0 0,7 18-161 0 0,-2 1 82 0 0,-7-15 81 0 0,-1-2-2 0 0,0 16 2 0 0,-1-16 10 0 0,0 0-5 0 0,-2 10-7 0 0,0-7-12 0 0,-10 10 12 0 0,5-6 14 0 0,0-3 12 0 0,8-8-3 0 0,-1 0 1 0 0,1 0-1 0 0,0 0 0 0 0,-1 0 0 0 0,1 0 0 0 0,0 0 0 0 0,0 0 0 0 0,-1 0 0 0 0,1-1 0 0 0,0 1 1 0 0,0-1-1 0 0,-1 1 0 0 0,1-1 0 0 0,0 1 0 0 0,0-1 0 0 0,0 1 0 0 0,-1-2 0 0 0,1 2 5 0 0,-1-2 11 0 0,0 1 1 0 0,1 0 0 0 0,-1 0-1 0 0,1-1 1 0 0,-1 1 0 0 0,1-1-1 0 0,-1 0 1 0 0,1 1 0 0 0,0-1-1 0 0,0 0 1 0 0,0 0 0 0 0,0 1-1 0 0,0-1 1 0 0,0 0 0 0 0,0 0 0 0 0,1 0-1 0 0,-1-4 1 0 0,0 1 11 0 0,0-1 0 0 0,0 0 0 0 0,0 0 0 0 0,2-10 1 0 0,-2 13-22 0 0,1 0-1 0 0,1 0 1 0 0,-1-1 0 0 0,0 1 0 0 0,1 0 0 0 0,0 0 0 0 0,0 0 0 0 0,1-4 0 0 0,1 0-2 0 0,2-5 39 0 0,2 0 1 0 0,-2 4-58 0 0,-4 6-70 0 0,2 3-134 0 0,-1 0 176 0 0,0 1-1 0 0,0-1 1 0 0,0 0 0 0 0,0 1 0 0 0,-1 0-1 0 0,1-1 1 0 0,1 3 0 0 0,-1-2 2 0 0,0 2-42 0 0,0-1 58 0 0,-1 1 0 0 0,0-1-1 0 0,0 0 1 0 0,0 0 0 0 0,0 1-1 0 0,-1-1 1 0 0,0 1 0 0 0,1-1-1 0 0,-1 0 1 0 0,0 1 0 0 0,-1-1-1 0 0,0 6 1 0 0,0-1 0 0 0,-3 14-27 0 0,2-18 29 0 0,2-3 11 0 0,-1 1 0 0 0,1 0 0 0 0,-1-1 0 0 0,1 1 0 0 0,-1-1 0 0 0,0 1 0 0 0,0-1 0 0 0,1 0 0 0 0,-1 1 0 0 0,0-1 0 0 0,0 0 0 0 0,-2 2 0 0 0,0 0 3 0 0,-5 8-2 0 0,-1-4 14 0 0,7-6 50 0 0,-1 0 10 0 0,0-1 1 0 0,1-1 0 0 0,-1 1-1 0 0,1 0 1 0 0,-1-1 0 0 0,-3 0-1 0 0,4 0 48 0 0,1 1-98 0 0,0-1 0 0 0,0 1 0 0 0,1-1 0 0 0,-1 1 0 0 0,0-1 0 0 0,1 1 0 0 0,-1-1 0 0 0,1 1 0 0 0,-1-1 0 0 0,0 0 1 0 0,1 1-1 0 0,-1-1 0 0 0,1 0 0 0 0,0 1 0 0 0,-1-1 0 0 0,1 0 0 0 0,-1 0 0 0 0,1-1 0 0 0,-1 0 4 0 0,0 1 0 0 0,1-1 0 0 0,-1 1 1 0 0,1-1-1 0 0,0 1 0 0 0,-1-1 0 0 0,1 1 0 0 0,0-1 0 0 0,0 0 0 0 0,0-2 0 0 0,6-20 114 0 0,-5 24-139 0 0,0-6 26 0 0,2 0 0 0 0,-1 0 1 0 0,1 0-1 0 0,0 0 0 0 0,0 0 0 0 0,6-8 1 0 0,-7 13-49 0 0,-1 0 1 0 0,0-1-1 0 0,0 1 1 0 0,0 0-1 0 0,1 0 1 0 0,-1 1-1 0 0,0-1 0 0 0,1 0 1 0 0,-1 0-1 0 0,1 1 1 0 0,-1-1-1 0 0,3 0 1 0 0,6 3-253 0 0,-8-1 296 0 0,0-1-68 0 0,0 1 1 0 0,0 0-1 0 0,0 0 0 0 0,0 0 1 0 0,-1 0-1 0 0,1 0 0 0 0,0 0 0 0 0,2 3 1 0 0,0-1-35 0 0,-2 0 51 0 0,1-1 0 0 0,-1 0 0 0 0,-1 1 1 0 0,1 0-1 0 0,0-1 0 0 0,-1 1 0 0 0,1 0 1 0 0,-1 0-1 0 0,0 0 0 0 0,0 0 0 0 0,0 0 1 0 0,1 5-1 0 0,-4 14 14 0 0,0-18 13 0 0,-6 18-20 0 0,1-15-19 0 0,3-4 21 0 0,1-1-26 0 0,-9 4 32 0 0,-1-1 22 0 0,-1-4 45 0 0,12-1-24 0 0,-1-1 1 0 0,1 0-1 0 0,0 0 1 0 0,-1 1-1 0 0,1-1 1 0 0,0-1-1 0 0,0 1 1 0 0,-1 0-1 0 0,1 0 1 0 0,0-1-1 0 0,0 0 0 0 0,1 1 1 0 0,-1-1-1 0 0,0 0 1 0 0,0 0-1 0 0,1 0 1 0 0,-1 0-1 0 0,1 0 1 0 0,0 0-1 0 0,-1 0 1 0 0,1 0-1 0 0,0-1 1 0 0,0 1-1 0 0,1 0 0 0 0,-2-4 1 0 0,1 3-3 0 0,0-1-1 0 0,-1 0 1 0 0,1 1-1 0 0,1-1 1 0 0,-2-7-1 0 0,2 9-19 0 0,1 0 0 0 0,-1 1 0 0 0,0-1 0 0 0,1 1 0 0 0,-1-1 0 0 0,1 1 0 0 0,-1-1 0 0 0,1 1 0 0 0,-1-1 0 0 0,2-1 0 0 0,4-7 0 0 0,1-1-10 0 0,2 3-16 0 0,-7 7 32 0 0,-2 0-26 0 0,1 1-1 0 0,-1 0 1 0 0,1 0-1 0 0,-1-1 1 0 0,1 1 0 0 0,0 0-1 0 0,-1 0 1 0 0,1-1 0 0 0,-1 1-1 0 0,1 0 1 0 0,0 0 0 0 0,-1 0-1 0 0,1 0 1 0 0,0 0-1 0 0,-1 0 1 0 0,2 0 0 0 0,0 1-17 0 0,-1-1 1 0 0,1 1 0 0 0,-1 0-1 0 0,1 0 1 0 0,-1 0 0 0 0,1 0-1 0 0,-1 0 1 0 0,0 0-1 0 0,1 0 1 0 0,-1 0 0 0 0,0 1-1 0 0,0-1 1 0 0,0 0 0 0 0,2 3-1 0 0,0 2-2 0 0,0 0-1 0 0,-1-1 1 0 0,0 1-1 0 0,0 0 1 0 0,0 1-1 0 0,0-1 1 0 0,0 9-1 0 0,-2 1 20 0 0,-3-1-33 0 0,-4-1 32 0 0,-1-3 11 0 0,-3-3 0 0 0,10-8 15 0 0,0 1 1 0 0,0-1-1 0 0,0 0 0 0 0,0 1 0 0 0,0-1 0 0 0,0 0 1 0 0,0 1-1 0 0,0-1 0 0 0,0 0 0 0 0,0 0 0 0 0,0 0 1 0 0,-1 0-1 0 0,1 0 0 0 0,0 0 0 0 0,0-1 0 0 0,0 1 1 0 0,0 0-1 0 0,0 0 0 0 0,-2-1 0 0 0,1 0 129 0 0,1-1-72 0 0,-1 0-38 0 0,0 0-17 0 0,1 0 0 0 0,-1 0 0 0 0,1 0 0 0 0,0 0 0 0 0,0 0 0 0 0,0 0 0 0 0,0 0 0 0 0,0 0 0 0 0,0-1 0 0 0,1 1 0 0 0,-1 0 0 0 0,1 0 0 0 0,0-1 0 0 0,-1 1 1 0 0,1 0-1 0 0,0-1 0 0 0,0 1 0 0 0,1-3 0 0 0,-1-1 17 0 0,0 4-24 0 0,0 0 0 0 0,0-1 0 0 0,0 1 0 0 0,1-1 0 0 0,-1 1 0 0 0,1 0 0 0 0,-1-1 0 0 0,1 1 0 0 0,0 0 0 0 0,0-1 0 0 0,2-2 0 0 0,12-21 54 0 0,-6 14-53 0 0,0 2 32 0 0,1 4-47 0 0,-8 5-34 0 0,0 0 0 0 0,0 1-1 0 0,0-1 1 0 0,0 1 0 0 0,1-1 0 0 0,-1 1 0 0 0,0 0 0 0 0,0 0 0 0 0,0 0 0 0 0,0 0 0 0 0,0 0 0 0 0,1 1 0 0 0,-1-1 0 0 0,0 1 0 0 0,0-1 0 0 0,0 1 0 0 0,0 0 0 0 0,2 1 0 0 0,0 0-48 0 0,0 1 0 0 0,0 0 0 0 0,0 0 1 0 0,-1 0-1 0 0,1 0 0 0 0,-1 1 0 0 0,3 3 0 0 0,1 5 26 0 0,-2 1 48 0 0,-5 1 12 0 0,-1-9-3 0 0,-2 5-12 0 0,-12 9-116 0 0,13-17 124 0 0,0 0 0 0 0,0 0 0 0 0,0 0 0 0 0,0 0-1 0 0,-1-1 1 0 0,1 1 0 0 0,-1-1 0 0 0,-4 3 0 0 0,-3 0-4 0 0,-3-2 22 0 0,2-2 45 0 0,9-1-16 0 0,0 1 0 0 0,0-1 0 0 0,0 0-1 0 0,1 0 1 0 0,-1 0 0 0 0,0 0 0 0 0,0 0 0 0 0,1 0 0 0 0,-1 0 0 0 0,0-1 0 0 0,1 1 0 0 0,-1 0-1 0 0,1-1 1 0 0,0 0 0 0 0,-1 1 0 0 0,1-1 0 0 0,0 0 0 0 0,0 1 0 0 0,0-1 0 0 0,0 0-1 0 0,0-2 1 0 0,-1 0 28 0 0,1 2-50 0 0,0 0-1 0 0,0-1 1 0 0,0 1-1 0 0,1 0 0 0 0,-1 0 1 0 0,1-1-1 0 0,-1 1 1 0 0,1 0-1 0 0,0 0 1 0 0,0-1-1 0 0,0 1 1 0 0,1-3-1 0 0,-2 3-8 0 0,1 0 0 0 0,0 0 0 0 0,0 0 0 0 0,0-1 0 0 0,0 1 0 0 0,1 0 0 0 0,-1 0 0 0 0,1 0 0 0 0,-1 0 0 0 0,1 0 0 0 0,0 0 0 0 0,0-1 0 0 0,1-1 0 0 0,1-3 5 0 0,-1 0 9 0 0,-2 5-21 0 0,1 0 1 0 0,0 0-1 0 0,-1 0 0 0 0,1 0 0 0 0,0 0 0 0 0,0 0 0 0 0,0 0 0 0 0,0 0 1 0 0,0 0-1 0 0,0 0 0 0 0,1 1 0 0 0,-1-1 0 0 0,3-2 0 0 0,-2 1-2 0 0,15-12 0 0 0,-6 8 0 0 0,-8 7-3 0 0,-1-1 1 0 0,1 0-1 0 0,0 1 0 0 0,-1-1 0 0 0,1 1 1 0 0,0 0-1 0 0,-1 0 0 0 0,1 0 0 0 0,0 0 0 0 0,-1 0 1 0 0,1 1-1 0 0,0-1 0 0 0,-1 1 0 0 0,5 1 1 0 0,-1 1-100 0 0,0-1 0 0 0,-1 1 1 0 0,1 0-1 0 0,8 7 1 0 0,-12-8 70 0 0,0-1 0 0 0,0 1 0 0 0,0 0 0 0 0,0 0 0 0 0,-1 0 0 0 0,1 0-1 0 0,-1 0 1 0 0,2 4 0 0 0,1 0-36 0 0,-2-3 50 0 0,0 0 0 0 0,0 0 0 0 0,0 0 0 0 0,0 0 0 0 0,-1 0 0 0 0,0 0 0 0 0,1 0 0 0 0,-1 0 0 0 0,0 1 0 0 0,0-1 0 0 0,-1 0 0 0 0,1 1 0 0 0,0 5 0 0 0,-1-2 7 0 0,0-5 10 0 0,0 2-9 0 0,0 0 0 0 0,0-1 0 0 0,0 1 1 0 0,0 0-1 0 0,-2 6 0 0 0,2-8 7 0 0,-1 0-1 0 0,1 0 1 0 0,0 0-1 0 0,-1 0 1 0 0,1 0 0 0 0,-1-1-1 0 0,1 1 1 0 0,-1 0 0 0 0,0 0-1 0 0,0-1 1 0 0,0 1 0 0 0,0 0-1 0 0,0-1 1 0 0,0 1-1 0 0,-1-1 1 0 0,-1 3 0 0 0,-2 1-22 0 0,2-2 17 0 0,0 1 4 0 0,-12 6 2 0 0,9-7 13 0 0,3-1-2 0 0,0 0 0 0 0,0 0 1 0 0,-1-1-1 0 0,1 1 0 0 0,-1-1 1 0 0,1 0-1 0 0,-1 0 0 0 0,1 0 1 0 0,-1-1-1 0 0,1 1 0 0 0,-1-1 1 0 0,0 0-1 0 0,-4 0 0 0 0,6 0 40 0 0,0-1 0 0 0,0 1-1 0 0,-1-1 1 0 0,1 1 0 0 0,0-1-1 0 0,0 0 1 0 0,0 1-1 0 0,0-1 1 0 0,0 0 0 0 0,0 0-1 0 0,0-1 1 0 0,1 1 0 0 0,-1 0-1 0 0,0-1 1 0 0,1 1 0 0 0,-4-4-1 0 0,2 1-6 0 0,1 1 0 0 0,-1-1 0 0 0,1 0 0 0 0,0-1 0 0 0,0 1-1 0 0,0 0 1 0 0,0 0 0 0 0,1-1 0 0 0,0 1 0 0 0,0-1 0 0 0,0 0-1 0 0,0 1 1 0 0,1-1 0 0 0,-1 0 0 0 0,1 1 0 0 0,1-1 0 0 0,-1 0 0 0 0,1 1-1 0 0,-1-1 1 0 0,1 1 0 0 0,1-1 0 0 0,-1 1 0 0 0,1-1 0 0 0,-1 1 0 0 0,1 0-1 0 0,0 0 1 0 0,1-1 0 0 0,4-5 0 0 0,-5 6 0 0 0,4-5-33 0 0,4-1-10 0 0,-8 9-21 0 0,-1 0-1 0 0,1 0 1 0 0,0 0-1 0 0,-1 0 0 0 0,1 0 1 0 0,0 1-1 0 0,0-1 1 0 0,-1 1-1 0 0,1-1 1 0 0,0 1-1 0 0,0 0 1 0 0,0-1-1 0 0,0 1 1 0 0,0 0-1 0 0,-1 0 0 0 0,1 0 1 0 0,0 1-1 0 0,0-1 1 0 0,0 0-1 0 0,2 2 1 0 0,-1-1-37 0 0,1 0 0 0 0,-1 1 0 0 0,0-1 1 0 0,0 1-1 0 0,1 0 0 0 0,-1 0 0 0 0,0 0 1 0 0,-1 1-1 0 0,1-1 0 0 0,4 6 0 0 0,-5-6 42 0 0,0-1 0 0 0,0 1 0 0 0,-1 0 0 0 0,1 0 0 0 0,-1 0 0 0 0,1 0 0 0 0,-1 0 0 0 0,0 0 0 0 0,0 1 0 0 0,0-1-1 0 0,0 0 1 0 0,0 1 0 0 0,0 2 0 0 0,1 3-4 0 0,-1-5 8 0 0,7 23-45 0 0,-8-14 49 0 0,-1-4-35 0 0,1-6 42 0 0,0-1 0 0 0,0 1 0 0 0,0 0 0 0 0,0-1 0 0 0,0 1-1 0 0,0 0 1 0 0,-1-1 0 0 0,1 1 0 0 0,-1 0 0 0 0,1-1 0 0 0,-1 1 0 0 0,-1 2 0 0 0,-1 0-6 0 0,-3 10-36 0 0,-4-1 43 0 0,-2-4 53 0 0,1-5 22 0 0,9-3-38 0 0,0 0 0 0 0,0-1-1 0 0,0 1 1 0 0,0-1 0 0 0,0 1 0 0 0,-1-1 0 0 0,1 0 0 0 0,0 0 0 0 0,0 0-1 0 0,0 0 1 0 0,-1-1 0 0 0,1 1 0 0 0,0 0 0 0 0,0-1 0 0 0,0 0-1 0 0,0 1 1 0 0,0-1 0 0 0,0 0 0 0 0,0 0 0 0 0,0 0 0 0 0,0 0 0 0 0,0 0-1 0 0,1-1 1 0 0,-1 1 0 0 0,0-1 0 0 0,1 1 0 0 0,-1-1 0 0 0,1 1-1 0 0,-3-4 1 0 0,0-2 60 0 0,0 0-1 0 0,0 0 1 0 0,0 0 0 0 0,1 0-1 0 0,0 0 1 0 0,-2-11-1 0 0,4 15-75 0 0,0-1-1 0 0,1 0 1 0 0,0 1-1 0 0,0-1 1 0 0,0 0-1 0 0,0 1 1 0 0,1-1 0 0 0,-1 0-1 0 0,2-4 1 0 0,2-2 1 0 0,8-13 49 0 0,-9 19-28 0 0,5-3-33 0 0,3 1-20 0 0,-9 6-31 0 0,0 0 0 0 0,1 0 0 0 0,-1 1 0 0 0,0-1 0 0 0,0 0 0 0 0,0 1 0 0 0,1 0 0 0 0,-1-1 0 0 0,0 1 0 0 0,0 0 0 0 0,0 0 0 0 0,0 0 0 0 0,3 2 0 0 0,-3-1 49 0 0,0-1-112 0 0,0 4-50 0 0,-1-4 144 0 0,1 0 0 0 0,-1 0-1 0 0,0 0 1 0 0,1 0-1 0 0,-1 0 1 0 0,0 0 0 0 0,0 1-1 0 0,0-1 1 0 0,0 0-1 0 0,0 1 1 0 0,2 2 0 0 0,-2-1-7 0 0,0-1 1 0 0,0 1 0 0 0,0 0 0 0 0,0-1 0 0 0,-1 1 0 0 0,1 0 0 0 0,-1-1 0 0 0,1 1-1 0 0,-1 3 1 0 0,-1 22-29 0 0,-4-16 27 0 0,1-6 17 0 0,2-2-8 0 0,-1 0-1 0 0,0 0 1 0 0,0 0-1 0 0,0-1 1 0 0,0 1 0 0 0,0-1-1 0 0,-7 5 1 0 0,-6 6 0 0 0,-1 1-49 0 0,12-13 56 0 0,-6 5 20 0 0,4-4-3 0 0,-9 0 40 0 0,14-2 63 0 0,1-1-78 0 0,-1 0 0 0 0,0 0 0 0 0,1-1 0 0 0,-1 1 1 0 0,0-1-1 0 0,1 1 0 0 0,-1-1 0 0 0,1 1 0 0 0,-1-1 1 0 0,1 0-1 0 0,-1 1 0 0 0,1-1 0 0 0,0 0 0 0 0,-1 0 0 0 0,1 0 1 0 0,0 0-1 0 0,0-1 0 0 0,0 1 0 0 0,0 0 0 0 0,0 0 1 0 0,0-1-1 0 0,0 1 0 0 0,0 0 0 0 0,0-1 0 0 0,1 1 1 0 0,-1-1-1 0 0,0 1 0 0 0,1-1 0 0 0,-1 0 0 0 0,1 1 1 0 0,-1-3-1 0 0,1-1 1 0 0,-1 1 1 0 0,1-1-1 0 0,-1 1 1 0 0,1 0-1 0 0,1-1 1 0 0,-1 1-1 0 0,1-1 1 0 0,-1 1-1 0 0,1 0 1 0 0,3-8-1 0 0,1 1-29 0 0,2 0-12 0 0,0 1 0 0 0,6-3 0 0 0,-10 12-3 0 0,-1 0-4 0 0,0 0-52 0 0,12-1-284 0 0,-12 3 242 0 0,2 0 15 0 0,-3 0 59 0 0,0-1-1 0 0,1 1 1 0 0,-1-1 0 0 0,0 1-1 0 0,0 0 1 0 0,1 0 0 0 0,-1-1-1 0 0,0 1 1 0 0,0 0 0 0 0,0 0-1 0 0,0 0 1 0 0,0 0 0 0 0,0 0-1 0 0,0 0 1 0 0,0 1 0 0 0,-1-1-1 0 0,1 0 1 0 0,0 0 0 0 0,-1 1-1 0 0,1 1 1 0 0,0-3 23 0 0,-1 1 0 0 0,0 0-1 0 0,1-1 1 0 0,-1 1 0 0 0,0 0 0 0 0,0-1 0 0 0,1 1-1 0 0,-1 0 1 0 0,0-1 0 0 0,0 1 0 0 0,0 0 0 0 0,0-1 0 0 0,0 1-1 0 0,0 0 1 0 0,0-1 0 0 0,0 1 0 0 0,0 0 0 0 0,0 0 0 0 0,-1-1-1 0 0,1 2 1 0 0,-1 1-28 0 0,-2 8 9 0 0,-3 1-25 0 0,-2-2 24 0 0,-4-2-24 0 0,-1-1 36 0 0,3-4 23 0 0,9-3 3 0 0,0 1 0 0 0,0-1 0 0 0,-1-1 0 0 0,1 1 0 0 0,0 0 0 0 0,0 0 0 0 0,0 0 0 0 0,0 0 0 0 0,0-1 0 0 0,0 1 0 0 0,-1-1 0 0 0,1 1 0 0 0,0-1 0 0 0,0 1 0 0 0,0-1 0 0 0,0 0 0 0 0,1 1 0 0 0,-1-1 0 0 0,-1-1 0 0 0,-15-16 386 0 0,14 15-353 0 0,2 1-25 0 0,0 0 0 0 0,0 0 0 0 0,0 1-1 0 0,0-1 1 0 0,0 0 0 0 0,0 0 0 0 0,0 0 0 0 0,1 0 0 0 0,-1 0 0 0 0,1 0-1 0 0,-1 0 1 0 0,1 0 0 0 0,0-1 0 0 0,0 1 0 0 0,0 0 0 0 0,0 0-1 0 0,0 0 1 0 0,0 0 0 0 0,1-4 0 0 0,1-2 12 0 0,0-1 1 0 0,0 1-1 0 0,1 0 1 0 0,0 0-1 0 0,0 0 1 0 0,7-12-1 0 0,-3 11-23 0 0,2 1 32 0 0,5-2-73 0 0,-9 10-1 0 0,-3 0 8 0 0,0 0-65 0 0,1 0 6 0 0,-1-1 42 0 0,1 1 0 0 0,-1 0 0 0 0,1 1 0 0 0,-1-1 0 0 0,1 0 0 0 0,-1 1 0 0 0,1-1 0 0 0,-1 1 0 0 0,0 0 0 0 0,1 0 0 0 0,-1 0 0 0 0,0 0 0 0 0,0 0 0 0 0,0 0 0 0 0,3 3 0 0 0,-2-2 16 0 0,11 16-84 0 0,-11-13 98 0 0,2 4-9 0 0,0 17-50 0 0,-4-19 49 0 0,-1 0 0 0 0,0 1 1 0 0,0-1-1 0 0,-1 0 0 0 0,0 1 1 0 0,-2 10-1 0 0,-3 2-6 0 0,4-16 11 0 0,-1-1 3 0 0,-5 8 1 0 0,-1 0 11 0 0,-3-2 0 0 0,2-3 16 0 0,10-6 16 0 0,-1 1-1 0 0,0 0 1 0 0,0-1-1 0 0,0 1 1 0 0,0-1-1 0 0,0 0 1 0 0,0 1-1 0 0,1-1 1 0 0,-1 0-1 0 0,0 1 1 0 0,0-1 0 0 0,0 0-1 0 0,0 0 1 0 0,0 0-1 0 0,0 0 1 0 0,0 0-1 0 0,0 0 1 0 0,0 0-1 0 0,0 0 1 0 0,0 0-1 0 0,0-1 1 0 0,0 1-1 0 0,0 0 1 0 0,0-1-1 0 0,0 1 1 0 0,0 0-1 0 0,0-1 1 0 0,0 1-1 0 0,0-1 1 0 0,1 0-1 0 0,-1 1 1 0 0,0-1-1 0 0,-1-1 1 0 0,1 0 0 0 0,0 0 0 0 0,0 0 0 0 0,1 0 0 0 0,-1 0-1 0 0,1-1 1 0 0,-1 1 0 0 0,1 0 0 0 0,0 0 0 0 0,0-1 0 0 0,0 1 0 0 0,0 0 0 0 0,0 0-1 0 0,0 0 1 0 0,1-1 0 0 0,-1 1 0 0 0,1 0 0 0 0,-1 0 0 0 0,1 0 0 0 0,1-3 0 0 0,14-32 122 0 0,-15 33-154 0 0,5-5 0 0 0,0 0 0 0 0,1-1 0 0 0,1 4-14 0 0,-6 5-60 0 0,0 1-14 0 0,2 0 52 0 0,-3 0 16 0 0,1 0 1 0 0,-1 0 0 0 0,0 0-1 0 0,1 1 1 0 0,-1-1-1 0 0,1 0 1 0 0,-1 1-1 0 0,1-1 1 0 0,-1 0 0 0 0,2 2-1 0 0,-1-1-4 0 0,0 1-1 0 0,0-1 0 0 0,0 1 1 0 0,0-1-1 0 0,-1 1 0 0 0,1 0 1 0 0,-1 0-1 0 0,1 0 0 0 0,-1 0 1 0 0,0 0-1 0 0,1 0 0 0 0,0 4 1 0 0,1-1 10 0 0,-2-3 9 0 0,0 0-1 0 0,0 0 1 0 0,0 0 0 0 0,0 1-1 0 0,0-1 1 0 0,-1 0 0 0 0,1 1 0 0 0,-1-1-1 0 0,1 4 1 0 0,-1-4 0 0 0,1 0 0 0 0,-1 0-1 0 0,0 0 1 0 0,0 0 0 0 0,0 0 0 0 0,-1 0 0 0 0,1 0 0 0 0,0 0-1 0 0,-1 0 1 0 0,0 2 0 0 0,-1 0-9 0 0,-6 21-3 0 0,2-18-11 0 0,2-2 1 0 0,-5 4 15 0 0,-3 0 12 0 0,0-1 0 0 0,-4 0 1 0 0,11-9 5 0 0,3 1 5 0 0,0 0 23 0 0,0 0-1 0 0,0 0 1 0 0,0 0 0 0 0,-1 0 0 0 0,1-1 0 0 0,0 1 0 0 0,0-1 0 0 0,0 1 0 0 0,0-1 0 0 0,0 1 0 0 0,0-1 0 0 0,0 0 0 0 0,0 0 0 0 0,0 0 0 0 0,-3-3 0 0 0,1 0 58 0 0,0 1 0 0 0,0-1-1 0 0,-7-8 1 0 0,8 7-34 0 0,1 0 0 0 0,0 0 1 0 0,-1 0-1 0 0,2 0 0 0 0,-1 0 0 0 0,1 0 0 0 0,-1 0 0 0 0,1 0 0 0 0,1-1 0 0 0,-1 1 0 0 0,1-9 1 0 0,0 9-45 0 0,0 0 1 0 0,0 0-1 0 0,1 0 1 0 0,0 0-1 0 0,0 0 1 0 0,0 1 0 0 0,0-1-1 0 0,1 0 1 0 0,0 1-1 0 0,0-1 1 0 0,0 1 0 0 0,1-1-1 0 0,-1 1 1 0 0,1 0-1 0 0,5-6 1 0 0,0-1 28 0 0,5-3-32 0 0,-8 12-12 0 0,-1 1 1 0 0,-2 0-26 0 0,0 0-1 0 0,-1 0 1 0 0,1 0 0 0 0,0 1-1 0 0,0-1 1 0 0,0 1-1 0 0,0-1 1 0 0,0 1 0 0 0,0 0-1 0 0,0 0 1 0 0,0 0 0 0 0,0 0-1 0 0,0 0 1 0 0,0 0-1 0 0,0 0 1 0 0,0 1 0 0 0,0-1-1 0 0,-1 1 1 0 0,1-1-1 0 0,0 1 1 0 0,0 0 0 0 0,0 0-1 0 0,-1 0 1 0 0,1 0-1 0 0,0 0 1 0 0,-1 0 0 0 0,1 0-1 0 0,-1 1 1 0 0,1-1-1 0 0,2 4 1 0 0,1 1-32 0 0,0 0 1 0 0,0 0-1 0 0,-1 1 1 0 0,0 0-1 0 0,0 0 1 0 0,4 11-1 0 0,-5-4 5 0 0,-2-8 38 0 0,0 0 1 0 0,-1-1 0 0 0,0 1 0 0 0,0 0-1 0 0,-2 10 1 0 0,-2 4-15 0 0,0-16 12 0 0,1 0 3 0 0,-2 6 11 0 0,3-6-2 0 0,0-1 0 0 0,0 1 0 0 0,0-1 0 0 0,0 0 0 0 0,-1 1 1 0 0,1-1-1 0 0,-1 0 0 0 0,0 0 0 0 0,1-1 0 0 0,-2 1 1 0 0,1 0-1 0 0,0-1 0 0 0,0 0 0 0 0,-7 3 0 0 0,-1 1 5 0 0,-6 0 31 0 0,13-6-9 0 0,2-1-4 0 0,0 1 6 0 0,0 0 0 0 0,0-1 0 0 0,0 1 0 0 0,-1 0 0 0 0,1-1 0 0 0,0 0-1 0 0,0 1 1 0 0,0-1 0 0 0,0 0 0 0 0,0 0 0 0 0,0 0 0 0 0,1 0 0 0 0,-1 0 0 0 0,0-1 0 0 0,0 1 0 0 0,1-1 0 0 0,-1 1 0 0 0,1-1 0 0 0,-1 1 0 0 0,1-1 0 0 0,0 0 0 0 0,0 0 0 0 0,0 1-1 0 0,0-1 1 0 0,0 0 0 0 0,0 0 0 0 0,0 0 0 0 0,-1-4 0 0 0,1 0 20 0 0,-1 0 0 0 0,1 0 0 0 0,0-1 0 0 0,0 1 0 0 0,1-1 0 0 0,0 1-1 0 0,0 0 1 0 0,1-7 0 0 0,2-3 20 0 0,0 13-64 0 0,2-2 60 0 0,-4 1-46 0 0,3-5-20 0 0,14-5 74 0 0,-6 8-82 0 0,-1 3-62 0 0,-9 3 51 0 0,-1 0 1 0 0,1 0 0 0 0,0 1-1 0 0,-1-1 1 0 0,1 0 0 0 0,0 0 0 0 0,-1 1-1 0 0,1-1 1 0 0,-1 1 0 0 0,1 0 0 0 0,-1-1-1 0 0,1 1 1 0 0,-1 0 0 0 0,1 0 0 0 0,-1 0-1 0 0,0 0 1 0 0,1 0 0 0 0,-1 0-1 0 0,1 2 1 0 0,6 7-56 0 0,-1 4 14 0 0,-2 1 40 0 0,-5-1-34 0 0,0-10 39 0 0,-7 18-40 0 0,5-18 18 0 0,-6 6 32 0 0,-2 0 11 0 0,1-5 12 0 0,7-5 2 0 0,1 0-1 0 0,0 1 1 0 0,0-1 0 0 0,0 0-1 0 0,-1 0 1 0 0,1 0-1 0 0,0 0 1 0 0,0 0-1 0 0,-1 0 1 0 0,1 0 0 0 0,0-1-1 0 0,0 1 1 0 0,0 0-1 0 0,-1-1 1 0 0,1 1-1 0 0,0-1 1 0 0,0 1 0 0 0,0-1-1 0 0,-1 0 1 0 0,0 0 39 0 0,0-1-1 0 0,0 1 1 0 0,0-1 0 0 0,0 0 0 0 0,0 1-1 0 0,0-1 1 0 0,1 0 0 0 0,-4-4 0 0 0,3 2-14 0 0,0 0-1 0 0,0 0 1 0 0,1 0 0 0 0,-1 0-1 0 0,1 0 1 0 0,0 0 0 0 0,0-1-1 0 0,1 1 1 0 0,-1 0 0 0 0,1-1-1 0 0,0 1 1 0 0,0-7 0 0 0,1 2 5 0 0,1 1 0 0 0,0-1 1 0 0,0 1-1 0 0,1-1 0 0 0,0 1 1 0 0,7-12-1 0 0,-5 8-32 0 0,0 1-12 0 0,2 2 0 0 0,3 5-13 0 0,-6 4-40 0 0,6 3 29 0 0,-8-2-30 0 0,2 11-1116 0 0,-3-10 564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3:56.999"/>
    </inkml:context>
    <inkml:brush xml:id="br0">
      <inkml:brushProperty name="width" value="0.05" units="cm"/>
      <inkml:brushProperty name="height" value="0.05" units="cm"/>
      <inkml:brushProperty name="color" value="#E71224"/>
    </inkml:brush>
  </inkml:definitions>
  <inkml:trace contextRef="#ctx0" brushRef="#br0">89 27 919 0 0,'0'0'9408'0'0,"0"3"-9200"0"0,0 8 0 0 0,0-8 272 0 0,-12 4-170 0 0,10-6-301 0 0,-15 1 68 0 0,14-2-57 0 0,1 0 1 0 0,0 0-1 0 0,-1 0 0 0 0,1 0 0 0 0,0 0 0 0 0,0-1 0 0 0,-1 1 1 0 0,1-1-1 0 0,0 0 0 0 0,0 1 0 0 0,0-1 0 0 0,0 0 0 0 0,0 0 1 0 0,0-1-1 0 0,0 1 0 0 0,0 0 0 0 0,0-1 0 0 0,0 1 0 0 0,0-1 1 0 0,1 1-1 0 0,-1-1 0 0 0,1 0 0 0 0,-2-2 0 0 0,2 3 108 0 0,0-3 4 0 0,0 3-90 0 0,1 0 0 0 0,-1 1 0 0 0,1-1 1 0 0,0 0-1 0 0,0 0 0 0 0,-1 0 0 0 0,1 1 0 0 0,0-1 1 0 0,0 0-1 0 0,0 0 0 0 0,0 0 0 0 0,0 0 0 0 0,0 0 1 0 0,0 1-1 0 0,0-1 0 0 0,0 0 0 0 0,0 0 0 0 0,0 0 1 0 0,1 0-1 0 0,-1 1 0 0 0,1-2 0 0 0,7-3-22 0 0,5 5-20 0 0,-10 1-23 0 0,1 1 0 0 0,-1-1 0 0 0,0 1-1 0 0,0 0 1 0 0,1 0 0 0 0,-1 0 0 0 0,0 1-1 0 0,-1-1 1 0 0,1 0 0 0 0,0 1 0 0 0,-1 0-1 0 0,1 0 1 0 0,3 6 0 0 0,-1 2 12 0 0,-2 3 11 0 0,-2-11-4 0 0,-3 11-45 0 0,0-7 40 0 0,2-6 8 0 0,0-1 0 0 0,0 1 0 0 0,0 0 1 0 0,0-1-1 0 0,0 1 0 0 0,0 0 1 0 0,0-1-1 0 0,0 1 0 0 0,-1 0 1 0 0,1-1-1 0 0,0 1 0 0 0,0 0 1 0 0,-1-1-1 0 0,1 1 0 0 0,0-1 0 0 0,-1 1 1 0 0,1-1-1 0 0,-1 1 0 0 0,1-1 1 0 0,-1 1-1 0 0,1-1 0 0 0,-1 1 1 0 0,-3 1-39 0 0,-6 4 28 0 0,0-3 26 0 0,9-3 0 0 0,0 0 1 0 0,0 0-1 0 0,0 0 1 0 0,0 0-1 0 0,0 0 1 0 0,0 0-1 0 0,-1-1 1 0 0,1 1-1 0 0,0 0 1 0 0,0-1-1 0 0,0 1 1 0 0,0-1-1 0 0,0 1 1 0 0,0-1-1 0 0,0 1 1 0 0,0-1-1 0 0,1 0 1 0 0,-2 0-1 0 0,-13-16 532 0 0,12 12-371 0 0,2 4 44 0 0,-6-31 446 0 0,7 30-592 0 0,7-10 124 0 0,4 4-97 0 0,-9 6-90 0 0,0 1 0 0 0,0 0-1 0 0,0 0 1 0 0,1 0 0 0 0,-1 0 0 0 0,0 0-1 0 0,1 0 1 0 0,-1 1 0 0 0,1-1 0 0 0,-1 1 0 0 0,5-1-1 0 0,-1 1 5 0 0,-2 0 28 0 0,13 4-32 0 0,-15-3-13 0 0,1-1 0 0 0,-1 1-1 0 0,0-1 1 0 0,0 1 0 0 0,1 0 0 0 0,-1 0 0 0 0,3 1 0 0 0,18 21-138 0 0,-12-11 90 0 0,-5-4 39 0 0,-3 0-41 0 0,-2-6 54 0 0,0 0-7 0 0,-1-1 0 0 0,1 1-1 0 0,0 0 1 0 0,-1-1 0 0 0,0 1 0 0 0,1 0 0 0 0,-1 0-1 0 0,0-1 1 0 0,0 1 0 0 0,0 0 0 0 0,0 0-1 0 0,0-1 1 0 0,0 1 0 0 0,0 0 0 0 0,0 0 0 0 0,-1-1-1 0 0,1 1 1 0 0,-1 0 0 0 0,0 0 0 0 0,1-1 0 0 0,-1 1-1 0 0,0-1 1 0 0,0 1 0 0 0,0-1 0 0 0,0 1-1 0 0,-1 1 1 0 0,-9 11 5 0 0,6-11 0 0 0,1-2 0 0 0,-10 9 40 0 0,10-10-12 0 0,2 0 0 0 0,0 1 318 0 0,0-2-178 0 0,-1-1-52 0 0,1 1 0 0 0,-1-1 0 0 0,1 1 1 0 0,0-1-1 0 0,-1 0 0 0 0,1 0 1 0 0,0 0-1 0 0,-2-2 0 0 0,3 2 18 0 0,1 0-20 0 0,-2-2-71 0 0,2 0 0 0 0,-1-1-1 0 0,0 1 1 0 0,1 0 0 0 0,0 0-1 0 0,0 0 1 0 0,1-9 0 0 0,0 7-17 0 0,1 0 0 0 0,0-1-1 0 0,0 1 1 0 0,1 0 0 0 0,0 0 0 0 0,6-10 0 0 0,0 5 17 0 0,-1 4-50 0 0,-6 6-74 0 0,0 2-62 0 0,-1 0 127 0 0,1 0 1 0 0,-1 0-1 0 0,1 0 0 0 0,-1 0 1 0 0,0 1-1 0 0,0-1 1 0 0,1 0-1 0 0,-1 0 0 0 0,0 1 1 0 0,0-1-1 0 0,0 1 1 0 0,0-1-1 0 0,0 1 0 0 0,-1-1 1 0 0,1 1-1 0 0,1 3 0 0 0,-2-2 5 0 0,1 1-1 0 0,-1 0 0 0 0,1-1 1 0 0,-1 1-1 0 0,-1 0 1 0 0,1-1-1 0 0,-1 8 0 0 0,-3 2 0 0 0,3-9-8 0 0,-2 0-7 0 0,-11 7 14 0 0,3-4 13 0 0,-2-2 15 0 0,3-4 57 0 0,8-1 185 0 0,0-1-94 0 0,0 0-116 0 0,0 0 0 0 0,0 0 0 0 0,0 0 1 0 0,1 0-1 0 0,-1 0 0 0 0,0 0 0 0 0,0-1 0 0 0,1 1 1 0 0,-1-1-1 0 0,1 1 0 0 0,-1-1 0 0 0,1 0 0 0 0,0 0 0 0 0,0 1 1 0 0,0-1-1 0 0,0 0 0 0 0,0 0 0 0 0,0 0 0 0 0,0 0 0 0 0,0 0 1 0 0,1 0-1 0 0,-1 0 0 0 0,1-1 0 0 0,0 1 0 0 0,-1-2 1 0 0,1-7 38 0 0,0-1-11 0 0,4 1-20 0 0,-1 2-34 0 0,0 6 22 0 0,9-6-73 0 0,-6 10-2 0 0,-6 0 20 0 0,2-1-11 0 0,0 1 0 0 0,0-1 0 0 0,0 1 1 0 0,0 0-1 0 0,0 0 0 0 0,0-1 0 0 0,0 1 0 0 0,-1 0 0 0 0,1 1 0 0 0,0-1 0 0 0,-1 0 0 0 0,1 0 0 0 0,1 2 0 0 0,-3-2 12 0 0,3 1-9 0 0,-1 1-1 0 0,0-1 1 0 0,0 0-1 0 0,0 1 1 0 0,0-1-1 0 0,-1 1 1 0 0,1 0-1 0 0,-1-1 1 0 0,1 1-1 0 0,-1 0 1 0 0,0 0-1 0 0,0 0 1 0 0,0 0-1 0 0,-1 0 1 0 0,1 0-1 0 0,-1 1 1 0 0,1-1 0 0 0,-1 0-1 0 0,0 0 1 0 0,0 0-1 0 0,-2 6 1 0 0,1-6 9 0 0,0 0 1 0 0,0 0-1 0 0,-1 0 1 0 0,1 0-1 0 0,-1-1 1 0 0,0 1-1 0 0,0 0 1 0 0,0-1 0 0 0,0 1-1 0 0,-1-1 1 0 0,-3 4-1 0 0,-5 1-1 0 0,-1 0-36 0 0,-1 1 36 0 0,1-4 12 0 0,11-3 19 0 0,0-1-1 0 0,0 0 1 0 0,0 0-1 0 0,0 0 0 0 0,0 0 1 0 0,0 0-1 0 0,0 0 1 0 0,0 0-1 0 0,0 0 1 0 0,0 0-1 0 0,0 0 0 0 0,0 0 1 0 0,0-1-1 0 0,0 1 1 0 0,0 0-1 0 0,1-1 1 0 0,-1 1-1 0 0,0 0 0 0 0,0-1 1 0 0,0 1-1 0 0,0-1 1 0 0,1 0-1 0 0,-1 1 1 0 0,0-1-1 0 0,0 1 0 0 0,1-1 1 0 0,-1 0-1 0 0,1 0 1 0 0,-1 1-1 0 0,1-1 1 0 0,-1 0-1 0 0,1 0 0 0 0,-1 0 1 0 0,1 0-1 0 0,0 0 1 0 0,-1 0-1 0 0,1 0 1 0 0,0 1-1 0 0,0-1 0 0 0,-1 0 1 0 0,1 0-1 0 0,0-1 1 0 0,0-2 21 0 0,1 1 1 0 0,-1-1 0 0 0,0 1-1 0 0,1-1 1 0 0,0 1 0 0 0,0-1-1 0 0,0 1 1 0 0,0-1 0 0 0,1 1 0 0 0,1-4-1 0 0,3-3 34 0 0,-4 6-43 0 0,0 1 0 0 0,0-1-1 0 0,1 1 1 0 0,0 0 0 0 0,-1 0-1 0 0,1 0 1 0 0,0 0 0 0 0,0 0 0 0 0,1 1-1 0 0,3-3 1 0 0,3-2 17 0 0,3 4-36 0 0,-1 2-12 0 0,-10 2-14 0 0,0-1 0 0 0,-1 1 0 0 0,1-1 0 0 0,-1 1 0 0 0,1 0 0 0 0,-1 0 0 0 0,0-1 0 0 0,1 1 0 0 0,-1 0 0 0 0,0 0 0 0 0,1 1 0 0 0,-1-1 0 0 0,0 0 0 0 0,0 0 0 0 0,0 1 0 0 0,0-1 0 0 0,0 0 0 0 0,-1 1 0 0 0,1-1 0 0 0,0 1 0 0 0,0-1 0 0 0,-1 1 0 0 0,1 2 0 0 0,0-1-70 0 0,-1-2 15 0 0,0 0 0 0 0,1-1-1 0 0,-1 1 1 0 0,0 0 0 0 0,0 0-1 0 0,0-1 1 0 0,0 1 0 0 0,0 0-1 0 0,0 0 1 0 0,0-1 0 0 0,0 1-1 0 0,0 0 1 0 0,-1-1 0 0 0,1 1-1 0 0,-1 1 1 0 0,-3 10-1178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04.977"/>
    </inkml:context>
    <inkml:brush xml:id="br0">
      <inkml:brushProperty name="width" value="0.05" units="cm"/>
      <inkml:brushProperty name="height" value="0.05" units="cm"/>
      <inkml:brushProperty name="color" value="#E71224"/>
    </inkml:brush>
  </inkml:definitions>
  <inkml:trace contextRef="#ctx0" brushRef="#br0">16 1 919 0 0,'0'0'9224'0'0,"-3"0"-8928"0"0,2 0-282 0 0,1 0 0 0 0,-1 0 0 0 0,1 0 0 0 0,-1 0 0 0 0,1 0-1 0 0,-1 0 1 0 0,1 1 0 0 0,-1-1 0 0 0,1 0 0 0 0,-1 0 0 0 0,1 0 0 0 0,-1 0-1 0 0,1 1 1 0 0,-1-1 0 0 0,1 0 0 0 0,-1 1 0 0 0,1-1 0 0 0,0 0 0 0 0,-1 1-1 0 0,1-1 1 0 0,-1 0 0 0 0,1 1 0 0 0,0-1 0 0 0,0 1 0 0 0,-1-1 0 0 0,1 1-1 0 0,0 16 533 0 0,1 4 118 0 0,1 20 772 0 0,10 64 0 0 0,-12-103-620 0 0,0-1-638 0 0,0 6-92 0 0,0-5-56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05.591"/>
    </inkml:context>
    <inkml:brush xml:id="br0">
      <inkml:brushProperty name="width" value="0.05" units="cm"/>
      <inkml:brushProperty name="height" value="0.05" units="cm"/>
      <inkml:brushProperty name="color" value="#E71224"/>
    </inkml:brush>
  </inkml:definitions>
  <inkml:trace contextRef="#ctx0" brushRef="#br0">6 1 4919 0 0,'0'0'3686'0'0,"0"2"-3316"0"0,-2 9 101 0 0,0 1 0 0 0,1-1 0 0 0,0 1 0 0 0,2 18 0 0 0,-1 16 590 0 0,1-28-711 0 0,0-1 0 0 0,1 1-1 0 0,0-1 1 0 0,2 0 0 0 0,0 0 0 0 0,9 22-1 0 0,-13-37-227 0 0,1 0-30 0 0,3 15 66 0 0,-4-16-399 0 0,-5 9-1388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4.762"/>
    </inkml:context>
    <inkml:brush xml:id="br0">
      <inkml:brushProperty name="width" value="0.05" units="cm"/>
      <inkml:brushProperty name="height" value="0.05" units="cm"/>
      <inkml:brushProperty name="color" value="#E71224"/>
    </inkml:brush>
  </inkml:definitions>
  <inkml:trace contextRef="#ctx0" brushRef="#br0">438 65 2303 0 0,'-5'1'382'0'0,"-20"3"5959"0"0,24-5-6215 0 0,0 1-1 0 0,0-1 1 0 0,0 1 0 0 0,0-1 0 0 0,0 0-1 0 0,1 0 1 0 0,-1 1 0 0 0,0-1 0 0 0,1 0-1 0 0,-1 0 1 0 0,0 0 0 0 0,1 0 0 0 0,-2-1-1 0 0,-3-6 738 0 0,2 6-735 0 0,-1 0 0 0 0,1 0 0 0 0,0 0 0 0 0,-1 0 0 0 0,0 1 0 0 0,1-1 0 0 0,-1 1 0 0 0,0 0 0 0 0,0 0 0 0 0,0 0 0 0 0,-4 0 0 0 0,-8 0 350 0 0,-24 2 0 0 0,25 0-154 0 0,-21-2 0 0 0,-60-14 126 0 0,-21-2-506 0 0,101 19-169 0 0,10 0-4100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5.422"/>
    </inkml:context>
    <inkml:brush xml:id="br0">
      <inkml:brushProperty name="width" value="0.05" units="cm"/>
      <inkml:brushProperty name="height" value="0.05" units="cm"/>
      <inkml:brushProperty name="color" value="#E71224"/>
    </inkml:brush>
  </inkml:definitions>
  <inkml:trace contextRef="#ctx0" brushRef="#br0">420 62 7055 0 0,'0'0'1255'0'0,"-2"-1"-700"0"0,-11-7-7 0 0,0 2 0 0 0,-1-1 0 0 0,1 1 0 0 0,-1 1 0 0 0,-1 1 0 0 0,1 0 1 0 0,-17-2-1 0 0,-15-1-34 0 0,-47 0 1 0 0,75 6-776 0 0,0 2-1 0 0,0 1 0 0 0,0 0 0 0 0,0 1 0 0 0,-32 10 1 0 0,39-9-4337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5.902"/>
    </inkml:context>
    <inkml:brush xml:id="br0">
      <inkml:brushProperty name="width" value="0.05" units="cm"/>
      <inkml:brushProperty name="height" value="0.05" units="cm"/>
      <inkml:brushProperty name="color" value="#E71224"/>
    </inkml:brush>
  </inkml:definitions>
  <inkml:trace contextRef="#ctx0" brushRef="#br0">556 6 2303 0 0,'0'0'3842'0'0,"-2"0"-2709"0"0,-61 21 372 0 0,32-15-742 0 0,8-3-142 0 0,6 0-462 0 0,1-1 0 0 0,-1-1 0 0 0,0 0-1 0 0,1-2 1 0 0,-1 0 0 0 0,-24-4 0 0 0,-40-2-135 0 0,42 5-24 0 0,-38-7 0 0 0,60 7 0 0 0,-62-13-1096 0 0,76 15 680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6.361"/>
    </inkml:context>
    <inkml:brush xml:id="br0">
      <inkml:brushProperty name="width" value="0.05" units="cm"/>
      <inkml:brushProperty name="height" value="0.05" units="cm"/>
      <inkml:brushProperty name="color" value="#E71224"/>
    </inkml:brush>
  </inkml:definitions>
  <inkml:trace contextRef="#ctx0" brushRef="#br0">360 60 3223 0 0,'-2'-2'240'0'0,"-2"0"94"0"0,0-1-1 0 0,0 0 1 0 0,-1 1-1 0 0,1 0 1 0 0,-1 0-1 0 0,1 0 1 0 0,-8-1-1 0 0,-37-6 2976 0 0,7 1-3006 0 0,19 2-25 0 0,0 1-1 0 0,0 1 0 0 0,0 0 1 0 0,-1 2-1 0 0,-25 1 0 0 0,45 1-280 0 0,0 0 0 0 0,0 1-1 0 0,0-1 1 0 0,0 1 0 0 0,0 0-1 0 0,0 0 1 0 0,-6 3 0 0 0,0 0-148 0 0,-2-1-8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6.977"/>
    </inkml:context>
    <inkml:brush xml:id="br0">
      <inkml:brushProperty name="width" value="0.05" units="cm"/>
      <inkml:brushProperty name="height" value="0.05" units="cm"/>
      <inkml:brushProperty name="color" value="#E71224"/>
    </inkml:brush>
  </inkml:definitions>
  <inkml:trace contextRef="#ctx0" brushRef="#br0">471 26 1375 0 0,'0'0'3320'0'0,"-9"-7"870"0"0,-24-5-3554 0 0,32 11-594 0 0,0 1 1 0 0,1 0 0 0 0,-1 0 0 0 0,0-1-1 0 0,0 1 1 0 0,0 0 0 0 0,0 0-1 0 0,1 0 1 0 0,-1 0 0 0 0,0 0-1 0 0,0 0 1 0 0,0 0 0 0 0,1 0 0 0 0,-1 1-1 0 0,-1-1 1 0 0,-3 1 98 0 0,-70-7 1201 0 0,-84 9-496 0 0,141-2-843 0 0,0 1 1 0 0,-24 5-1 0 0,2-1 109 0 0,-3 0-3961 0 0,29-2 58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7.541"/>
    </inkml:context>
    <inkml:brush xml:id="br0">
      <inkml:brushProperty name="width" value="0.05" units="cm"/>
      <inkml:brushProperty name="height" value="0.05" units="cm"/>
      <inkml:brushProperty name="color" value="#E71224"/>
    </inkml:brush>
  </inkml:definitions>
  <inkml:trace contextRef="#ctx0" brushRef="#br0">374 14 3223 0 0,'-2'-1'359'0'0,"-26"0"1653"0"0,18 1-1649 0 0,0-1 1 0 0,0 0-1 0 0,-10-2 0 0 0,7 1-162 0 0,1 0-1 0 0,0 1 0 0 0,-18 0 0 0 0,5 0 87 0 0,-41 4 226 0 0,14-1-330 0 0,-12-2-545 0 0,45-1 108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18.021"/>
    </inkml:context>
    <inkml:brush xml:id="br0">
      <inkml:brushProperty name="width" value="0.05" units="cm"/>
      <inkml:brushProperty name="height" value="0.05" units="cm"/>
      <inkml:brushProperty name="color" value="#E71224"/>
    </inkml:brush>
  </inkml:definitions>
  <inkml:trace contextRef="#ctx0" brushRef="#br0">676 49 7423 0 0,'0'0'1686'0'0,"-3"0"-1554"0"0,-19 3 168 0 0,18-2-148 0 0,-1-1-1 0 0,0 1 1 0 0,0 0-1 0 0,0-1 1 0 0,-8-1-1 0 0,5 0 30 0 0,-10-2 177 0 0,0 1 0 0 0,-18-1 0 0 0,-7 1-20 0 0,-63-11 0 0 0,34 2-274 0 0,27 6-50 0 0,-3-2 16 0 0,-52 1 0 0 0,88 6-39 0 0,-1-1-26 0 0,0 2 1 0 0,0-1 0 0 0,0 1-1 0 0,-23 6 1 0 0,17-1-201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01T06:44:30.172"/>
    </inkml:context>
    <inkml:brush xml:id="br0">
      <inkml:brushProperty name="width" value="0.05" units="cm"/>
      <inkml:brushProperty name="height" value="0.05" units="cm"/>
    </inkml:brush>
  </inkml:definitions>
  <inkml:trace contextRef="#ctx0" brushRef="#br0">0 0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3.305"/>
    </inkml:context>
    <inkml:brush xml:id="br0">
      <inkml:brushProperty name="width" value="0.05" units="cm"/>
      <inkml:brushProperty name="height" value="0.05" units="cm"/>
    </inkml:brush>
  </inkml:definitions>
  <inkml:trace contextRef="#ctx0" brushRef="#br0">24 1 1023 0 0,'0'0'7960'0'0,"2"15"-6406"0"0,1-9-1288 0 0,-1 0-1 0 0,0 0 1 0 0,0 0 0 0 0,-1 1 0 0 0,0-1 0 0 0,0 1 0 0 0,0 7 0 0 0,-2 47 845 0 0,1-49-871 0 0,-4 22 689 0 0,-13 58-1 0 0,4-27-265 0 0,13-63-585 0 0,-3 16 117 0 0,3-12-4202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3.948"/>
    </inkml:context>
    <inkml:brush xml:id="br0">
      <inkml:brushProperty name="width" value="0.05" units="cm"/>
      <inkml:brushProperty name="height" value="0.05" units="cm"/>
    </inkml:brush>
  </inkml:definitions>
  <inkml:trace contextRef="#ctx0" brushRef="#br0">0 0 1839 0 0,'0'0'3867'0'0,"2"12"-2543"0"0,3 28 756 0 0,-3 78 1 0 0,-2-75-699 0 0,0 7-1016 0 0,-2-27-1076 0 0,2-21 239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4.514"/>
    </inkml:context>
    <inkml:brush xml:id="br0">
      <inkml:brushProperty name="width" value="0.05" units="cm"/>
      <inkml:brushProperty name="height" value="0.05" units="cm"/>
    </inkml:brush>
  </inkml:definitions>
  <inkml:trace contextRef="#ctx0" brushRef="#br0">15 0 1375 0 0,'0'0'3834'0'0,"0"2"-2590"0"0,4 7-586 0 0,-1-1 0 0 0,0 1 0 0 0,-1 0 0 0 0,0 1 0 0 0,0-1 0 0 0,-1 0 0 0 0,0 0 0 0 0,-1 17 0 0 0,-2 5 474 0 0,-7 39 0 0 0,4-39-644 0 0,4-29-416 0 0,1-1-12 0 0,-14 36-134 0 0,13-34-201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5.035"/>
    </inkml:context>
    <inkml:brush xml:id="br0">
      <inkml:brushProperty name="width" value="0.05" units="cm"/>
      <inkml:brushProperty name="height" value="0.05" units="cm"/>
    </inkml:brush>
  </inkml:definitions>
  <inkml:trace contextRef="#ctx0" brushRef="#br0">0 0 2759 0 0,'1'2'324'0'0,"2"3"288"0"0,-1 1-1 0 0,0 0 0 0 0,0 0 0 0 0,-1 0 0 0 0,0 0 0 0 0,0 0 1 0 0,1 8-1 0 0,-3 44 1311 0 0,-1-38-1098 0 0,2 21 0 0 0,5 91 1134 0 0,-5-130-2017 0 0,0 11-565 0 0,0-11 383 0 0,0 3 226 0 0,-2 0-3821 0 0,-1 3 69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5.466"/>
    </inkml:context>
    <inkml:brush xml:id="br0">
      <inkml:brushProperty name="width" value="0.05" units="cm"/>
      <inkml:brushProperty name="height" value="0.05" units="cm"/>
    </inkml:brush>
  </inkml:definitions>
  <inkml:trace contextRef="#ctx0" brushRef="#br0">7 1 1375 0 0,'0'0'304'0'0,"0"12"3555"0"0,-3 12 31 0 0,2 16-2344 0 0,1-22-802 0 0,1-9-361 0 0,0-1 0 0 0,0 1-1 0 0,3 10 1 0 0,-2-11 32 0 0,0 0 0 0 0,-1-1 0 0 0,0 1 1 0 0,0 13-1 0 0,-1-20-343 0 0,-2 8 2 0 0,1-2-68 0 0,-10 25-3270 0 0,8-23 1634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5.857"/>
    </inkml:context>
    <inkml:brush xml:id="br0">
      <inkml:brushProperty name="width" value="0.05" units="cm"/>
      <inkml:brushProperty name="height" value="0.05" units="cm"/>
    </inkml:brush>
  </inkml:definitions>
  <inkml:trace contextRef="#ctx0" brushRef="#br0">19 0 3223 0 0,'0'0'143'0'0,"-1"12"1062"0"0,-4 49 4965 0 0,1 3-3836 0 0,4 104-475 0 0,-5-137-3629 0 0,3-21 716 0 0,1 0 255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6.300"/>
    </inkml:context>
    <inkml:brush xml:id="br0">
      <inkml:brushProperty name="width" value="0.05" units="cm"/>
      <inkml:brushProperty name="height" value="0.05" units="cm"/>
    </inkml:brush>
  </inkml:definitions>
  <inkml:trace contextRef="#ctx0" brushRef="#br0">0 1 1839 0 0,'1'2'134'0'0,"0"6"63"0"0,1 8 2393 0 0,0-1 0 0 0,-1 26 1 0 0,-1-17-1066 0 0,2 27 0 0 0,0-5-749 0 0,3 7-576 0 0,-4-45-220 0 0,3 16-2842 0 0,-4-17-1200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36.673"/>
    </inkml:context>
    <inkml:brush xml:id="br0">
      <inkml:brushProperty name="width" value="0.05" units="cm"/>
      <inkml:brushProperty name="height" value="0.05" units="cm"/>
    </inkml:brush>
  </inkml:definitions>
  <inkml:trace contextRef="#ctx0" brushRef="#br0">1 1 1375 0 0,'0'2'107'0'0,"6"35"4325"0"0,-6-35-3000 0 0,1 17 260 0 0,-2-1-1230 0 0,2 0 0 0 0,2 22 0 0 0,-1-21-151 0 0,-1 19 169 0 0,-1-35-443 0 0,1 22 6 0 0,-1-1-753 0 0,0-22-66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4.879"/>
    </inkml:context>
    <inkml:brush xml:id="br0">
      <inkml:brushProperty name="width" value="0.05" units="cm"/>
      <inkml:brushProperty name="height" value="0.05" units="cm"/>
    </inkml:brush>
  </inkml:definitions>
  <inkml:trace contextRef="#ctx0" brushRef="#br0">379 18 3223 0 0,'0'0'9236'0'0,"-4"7"-8936"0"0,1-5-250 0 0,0 0 0 0 0,-1-1 0 0 0,1 0 0 0 0,0 0 0 0 0,-1 0 0 0 0,1 0 0 0 0,0 0 0 0 0,-1-1 0 0 0,1 1 0 0 0,-1-1 0 0 0,-4 0 0 0 0,1 0 26 0 0,-9 0-10 0 0,-1 0-1 0 0,1-1 1 0 0,0-1 0 0 0,1-1-1 0 0,-24-7 1 0 0,21 6-39 0 0,0 0 0 0 0,0 1 1 0 0,-29-2-1 0 0,-28 2-43 0 0,73 3-54 0 0,0 0 0 0 0,0 0 0 0 0,0 1-1 0 0,0-1 1 0 0,1 1 0 0 0,-1-1 0 0 0,-4 2 0 0 0,0 0-754 0 0,4-1-386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5.484"/>
    </inkml:context>
    <inkml:brush xml:id="br0">
      <inkml:brushProperty name="width" value="0.05" units="cm"/>
      <inkml:brushProperty name="height" value="0.05" units="cm"/>
    </inkml:brush>
  </inkml:definitions>
  <inkml:trace contextRef="#ctx0" brushRef="#br0">384 1 3223 0 0,'0'0'408'0'0,"-2"0"267"0"0,-13 3 466 0 0,1-1 0 0 0,-1-1 0 0 0,-18-1 0 0 0,-154 9 618 0 0,113-15-2108 0 0,48 3-5 0 0,9 2-13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6.030"/>
    </inkml:context>
    <inkml:brush xml:id="br0">
      <inkml:brushProperty name="width" value="0.05" units="cm"/>
      <inkml:brushProperty name="height" value="0.05" units="cm"/>
    </inkml:brush>
  </inkml:definitions>
  <inkml:trace contextRef="#ctx0" brushRef="#br0">379 38 2303 0 0,'0'0'288'0'0,"-2"-1"370"0"0,-9-1 470 0 0,0-1-1 0 0,0 0 1 0 0,-14-6 0 0 0,16 5-831 0 0,-1 1 0 0 0,1 0 0 0 0,0 0-1 0 0,-1 1 1 0 0,0 0 0 0 0,-12-1 0 0 0,-82 11-144 0 0,23 0-914 0 0,44-4-54 0 0,20-3 399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6.493"/>
    </inkml:context>
    <inkml:brush xml:id="br0">
      <inkml:brushProperty name="width" value="0.05" units="cm"/>
      <inkml:brushProperty name="height" value="0.05" units="cm"/>
    </inkml:brush>
  </inkml:definitions>
  <inkml:trace contextRef="#ctx0" brushRef="#br0">435 4 3223 0 0,'0'0'3504'0'0,"-2"2"-3192"0"0,-5 2-264 0 0,0 0 0 0 0,0 0 0 0 0,0 0 0 0 0,0-1 0 0 0,-1 0 1 0 0,0-1-1 0 0,1 0 0 0 0,-1 0 0 0 0,0 0 0 0 0,0-1 0 0 0,0 0 0 0 0,-10-1 0 0 0,-14 0 336 0 0,-57-10 1 0 0,31 3-243 0 0,-68-10-1147 0 0,107 14-1734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6.920"/>
    </inkml:context>
    <inkml:brush xml:id="br0">
      <inkml:brushProperty name="width" value="0.05" units="cm"/>
      <inkml:brushProperty name="height" value="0.05" units="cm"/>
    </inkml:brush>
  </inkml:definitions>
  <inkml:trace contextRef="#ctx0" brushRef="#br0">295 9 6879 0 0,'0'0'623'0'0,"-3"0"-483"0"0,-21 1 306 0 0,-37-2 0 0 0,9-1-418 0 0,-18-1 169 0 0,1 0-3018 0 0,53 2 266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7.324"/>
    </inkml:context>
    <inkml:brush xml:id="br0">
      <inkml:brushProperty name="width" value="0.05" units="cm"/>
      <inkml:brushProperty name="height" value="0.05" units="cm"/>
    </inkml:brush>
  </inkml:definitions>
  <inkml:trace contextRef="#ctx0" brushRef="#br0">340 3 2303 0 0,'-2'0'167'0'0,"-45"-1"2029"0"0,23 0-1519 0 0,0 1 1 0 0,-1 1-1 0 0,-24 3 0 0 0,13 2-557 0 0,-1-2 0 0 0,-44-1 0 0 0,67-3-288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7.754"/>
    </inkml:context>
    <inkml:brush xml:id="br0">
      <inkml:brushProperty name="width" value="0.05" units="cm"/>
      <inkml:brushProperty name="height" value="0.05" units="cm"/>
    </inkml:brush>
  </inkml:definitions>
  <inkml:trace contextRef="#ctx0" brushRef="#br0">410 28 5727 0 0,'0'0'520'0'0,"-3"0"-426"0"0,-14-1 437 0 0,-1-1 0 0 0,-18-4 0 0 0,-12-2-59 0 0,-91 3 98 0 0,6 1-1407 0 0,118 3 337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4:48.116"/>
    </inkml:context>
    <inkml:brush xml:id="br0">
      <inkml:brushProperty name="width" value="0.05" units="cm"/>
      <inkml:brushProperty name="height" value="0.05" units="cm"/>
    </inkml:brush>
  </inkml:definitions>
  <inkml:trace contextRef="#ctx0" brushRef="#br0">214 28 2303 0 0,'0'0'102'0'0,"-3"-1"-1"0"0,-17-5 1077 0 0,0 1 1 0 0,0 1-1 0 0,-37-3 0 0 0,18 3-259 0 0,36 4-935 0 0,-1 0-1 0 0,0 0 1 0 0,1 0 0 0 0,-1 1-1 0 0,1-1 1 0 0,-6 3 0 0 0,-2-1-1702 0 0,-2 0-981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01T06:45:06.022"/>
    </inkml:context>
    <inkml:brush xml:id="br0">
      <inkml:brushProperty name="width" value="0.05" units="cm"/>
      <inkml:brushProperty name="height" value="0.05" units="cm"/>
    </inkml:brush>
  </inkml:definitions>
  <inkml:trace contextRef="#ctx0" brushRef="#br0">141 171 1375 0 0,'0'0'7800'0'0,"-2"-8"-5280"0"0,1 14-2414 0 0,0-1 0 0 0,0 0 0 0 0,-1 1 0 0 0,-3 7 0 0 0,4-11 12 0 0,-13 3 246 0 0,11-5-297 0 0,0 0 1 0 0,1-1-1 0 0,-1 1 0 0 0,0-1 0 0 0,1 1 0 0 0,-1-1 0 0 0,1 0 0 0 0,-1 0 0 0 0,1 0 0 0 0,-1 0 1 0 0,1 0-1 0 0,0-1 0 0 0,0 1 0 0 0,-1-1 0 0 0,1 0 0 0 0,0 1 0 0 0,0-1 0 0 0,-2-4 0 0 0,-2-2 148 0 0,0 0 0 0 0,1 0 0 0 0,-7-16-1 0 0,6 12-200 0 0,6 12-10 0 0,-2-9 80 0 0,2 4 4 0 0,0-6 4 0 0,3 1-16 0 0,-2 5-21 0 0,-1 4-54 0 0,0 1 0 0 0,0-1-1 0 0,0 1 1 0 0,1-1 0 0 0,-1 1 0 0 0,0-1-1 0 0,1 1 1 0 0,-1-1 0 0 0,0 1-1 0 0,1-1 1 0 0,-1 1 0 0 0,0-1-1 0 0,1 1 1 0 0,-1-1 0 0 0,1 1-1 0 0,-1 0 1 0 0,1-1 0 0 0,9-9 3 0 0,2 0-4 0 0,-8 9-6 0 0,-1 1-2 0 0,1-1-51 0 0,7 1 44 0 0,3 2 15 0 0,-1 3 0 0 0,-2 2 0 0 0,-1 3 0 0 0,-2 0 0 0 0,-4 2 0 0 0,-6-1 0 0 0,-3 0 11 0 0,-3-1 42 0 0,-9 4 89 0 0,15-12-70 0 0,1-2-62 0 0,0 1 0 0 0,0-1 0 0 0,1 1 1 0 0,-1-1-1 0 0,0 0 0 0 0,0 1 1 0 0,0-1-1 0 0,0 0 0 0 0,0 0 0 0 0,0 1 1 0 0,0-1-1 0 0,0 0 0 0 0,-1 0 1 0 0,0-1-13 0 0,0 0 24 0 0,0 1-1 0 0,1-1 1 0 0,-1 1-1 0 0,1-1 1 0 0,-1 0 0 0 0,1 0-1 0 0,-1 0 1 0 0,1 0-1 0 0,0 0 1 0 0,-1 0-1 0 0,1 0 1 0 0,0 0-1 0 0,0 0 1 0 0,0-1 0 0 0,0 1-1 0 0,0-1 1 0 0,-2-2-1 0 0,2-1-3 0 0,0-1 0 0 0,0 1 0 0 0,0-1 0 0 0,1 0 0 0 0,-1 1 0 0 0,1-1 0 0 0,1 0 0 0 0,-1 1 0 0 0,1-1 0 0 0,0 0 0 0 0,2-6 0 0 0,2 0-18 0 0,2 1 0 0 0,-7 10 0 0 0,1-1 0 0 0,0 1 0 0 0,0-1 0 0 0,-1 1 0 0 0,1 0 0 0 0,0-1 0 0 0,0 1 0 0 0,0 0 0 0 0,0 0-1 0 0,1-1 1 0 0,-1 1 0 0 0,0 0 0 0 0,0 0 0 0 0,1 1 0 0 0,-1-1 0 0 0,0 0 0 0 0,1 0 0 0 0,2 0 0 0 0,0-1-9 0 0,0 2-34 0 0,7 4 32 0 0,7 3 2 0 0,-15-3-13 0 0,0 2 0 0 0,4 3 11 0 0,1 4 11 0 0,-3 2 0 0 0,-3-1 0 0 0,-4 1 0 0 0,2-10 7 0 0,-10 16 60 0 0,2-8-2 0 0,-2-4-52 0 0,6-6-11 0 0,-16 6 63 0 0,19-9-63 0 0,-1 2 9 0 0,-1-1 0 0 0,1 0-1 0 0,-1 0 1 0 0,1-1 0 0 0,-1 1 0 0 0,1 0 0 0 0,-1-1 0 0 0,1 0 0 0 0,-1 1 0 0 0,1-1-1 0 0,-1 0 1 0 0,0 0 0 0 0,1 0 0 0 0,-1-1 0 0 0,1 1 0 0 0,-1-1 0 0 0,1 1 0 0 0,-1-1-1 0 0,1 0 1 0 0,-1 0 0 0 0,1 0 0 0 0,0 0 0 0 0,-1-1 0 0 0,1 1 0 0 0,0-1 0 0 0,0 1-1 0 0,0-1 1 0 0,-2-1 0 0 0,2 1-3 0 0,1 1-1 0 0,-1-1 1 0 0,1 0 0 0 0,0 1-1 0 0,-1-1 1 0 0,1 0-1 0 0,0 0 1 0 0,0 0 0 0 0,-1-3-1 0 0,-2-6 52 0 0,4 0 9 0 0,3-8 37 0 0,1 15-94 0 0,-2 2 4 0 0,-1-1-8 0 0,0 2-7 0 0,-1 0 0 0 0,1 0 0 0 0,-1 0 1 0 0,1 0-1 0 0,-1 0 0 0 0,1 0 0 0 0,-1 1 1 0 0,1-1-1 0 0,0 0 0 0 0,-1 0 0 0 0,1 0 0 0 0,0 1 1 0 0,0-1-1 0 0,0 1 0 0 0,1-2 0 0 0,8-3 0 0 0,3 5 0 0 0,1 3 0 0 0,-10-2-2 0 0,-2 0-7 0 0,0 0 1 0 0,0-1 0 0 0,-1 1 0 0 0,1 0-1 0 0,0 0 1 0 0,0 0 0 0 0,-1 0 0 0 0,1 0-1 0 0,-1 1 1 0 0,3 1 0 0 0,0-1-18 0 0,0 1 3 0 0,9 13-21 0 0,-5-3 1 0 0,-1 1 32 0 0,0 7 11 0 0,-7-16 0 0 0,-1 0 0 0 0,1 10 0 0 0,-3-1 0 0 0,-3 0 0 0 0,-2-2 0 0 0,-4-2 15 0 0,11-9 1 0 0,-1 1 1 0 0,0-1-1 0 0,0 0 1 0 0,0 0 0 0 0,0 0-1 0 0,0 0 1 0 0,0 0-1 0 0,0-1 1 0 0,0 1-1 0 0,0 0 1 0 0,0-1-1 0 0,0 0 1 0 0,0 1-1 0 0,-1-1 1 0 0,1 0-1 0 0,0 0 1 0 0,-3-1-1 0 0,-1 0-302 0 0,0-1 723 0 0,0 0 0 0 0,0-1 0 0 0,-7-3-1 0 0,11 5-478 0 0,1 0 0 0 0,-1 0 0 0 0,0-1 0 0 0,1 1 1 0 0,-1 0-1 0 0,1-1 0 0 0,-1 1 0 0 0,1-1 0 0 0,0 1 0 0 0,-1-1 0 0 0,1 0 0 0 0,0 0 0 0 0,0 1 0 0 0,0-1 0 0 0,-1-4 0 0 0,2 5 40 0 0,-1 0 1 0 0,1 0 0 0 0,-1 0-1 0 0,1 0 1 0 0,0 0 0 0 0,-1-1-1 0 0,1 1 1 0 0,0 0 0 0 0,0 0-1 0 0,0-1 1 0 0,0 1 0 0 0,0 0-1 0 0,0 0 1 0 0,0 0 0 0 0,0-1-1 0 0,1 1 1 0 0,-1 0 0 0 0,0 0-1 0 0,1 0 1 0 0,-1-1 0 0 0,1 1-1 0 0,-1 0 1 0 0,1 0 0 0 0,1-1 0 0 0,0-1 10 0 0,-1 0-5 0 0,1 1 1 0 0,-1-1-1 0 0,1 1 1 0 0,0-1-1 0 0,0 1 1 0 0,0 0 0 0 0,3-4-1 0 0,1 1 24 0 0,8-6-16 0 0,-8 10-12 0 0,-3 1-2 0 0,21-3 5 0 0,-14 6-7 0 0,-6-1-7 0 0,-2-2-7 0 0,8 5-35 0 0,-6-2-2 0 0,6 5 40 0 0,-5-3 14 0 0,-2 1-50 0 0,2 4 40 0 0,-2 3 11 0 0,-4 0 0 0 0,-4 2 0 0 0,-2 2 0 0 0,2-13 0 0 0,2-3 0 0 0,-7 8 0 0 0,10-9 0 0 0,-14 10 1 0 0,9-8 1 0 0,-2-1 86 0 0,3 0-47 0 0,2 0-20 0 0,0-1-1 0 0,0 1 1 0 0,0-1 0 0 0,0 1 0 0 0,0-1 0 0 0,0 0 0 0 0,0 0 0 0 0,-4 0 0 0 0,-5-2 47 0 0,1-5 15 0 0,5 4-43 0 0,3 2-27 0 0,1-1 0 0 0,-1 0 0 0 0,0 1 0 0 0,1-1 0 0 0,-1 0 0 0 0,1 0 0 0 0,-1 0 0 0 0,1-1 1 0 0,-2-3-1 0 0,1 2-3 0 0,0 0 1 0 0,0-1-1 0 0,1 1 1 0 0,-1-1 0 0 0,1 0-1 0 0,1 0 1 0 0,-1 1-1 0 0,0-1 1 0 0,1 0 0 0 0,0 0-1 0 0,0 1 1 0 0,1-1-1 0 0,-1 0 1 0 0,1 0 0 0 0,0 1-1 0 0,0-1 1 0 0,0 0-1 0 0,1 1 1 0 0,0-1 0 0 0,2-3-1 0 0,7-12-10 0 0,-4 14 0 0 0,-1 3 0 0 0,8-6-1 0 0,-8 9-5 0 0,-3 1-3 0 0,0-2-7 0 0,-1 1 0 0 0,0 0 1 0 0,1-1-1 0 0,-1 1 0 0 0,0 0 0 0 0,0 1 0 0 0,1-1 0 0 0,-1 0 0 0 0,0 1 0 0 0,0-1 1 0 0,1 1-1 0 0,-1-1 0 0 0,2 2 0 0 0,2 1-40 0 0,-1-2-22 0 0,6 4 8 0 0,9 14-24 0 0,-14-13 43 0 0,-2-2 33 0 0,1 0 1 0 0,-1 0-1 0 0,-1 1 0 0 0,5 6 0 0 0,-1 0 6 0 0,-1 3 12 0 0,-2-1 0 0 0,-4-10 0 0 0,-1 1 0 0 0,1-1 0 0 0,0 0 0 0 0,-1 0 0 0 0,1 0 0 0 0,-3 5 0 0 0,-3 3 0 0 0,-4-2 0 0 0,7-7 7 0 0,0 0-1 0 0,-1-1 0 0 0,1 0 0 0 0,0 0 1 0 0,-1 0-1 0 0,1 0 0 0 0,-1 0 0 0 0,1-1 1 0 0,-1 1-1 0 0,1-1 0 0 0,-1 0 0 0 0,0 0 1 0 0,1 0-1 0 0,-1-1 0 0 0,1 1 1 0 0,-5-2-1 0 0,-1-1 47 0 0,1 0 0 0 0,-1 0 1 0 0,1-1-1 0 0,0 0 1 0 0,-10-7-1 0 0,16 10-43 0 0,0 0 0 0 0,0-1 0 0 0,0 1-1 0 0,0-1 1 0 0,0 0 0 0 0,0 0 0 0 0,0 1 0 0 0,1-1 0 0 0,-1 0 0 0 0,-1-4-1 0 0,-6-6 0 0 0,5 9-3 0 0,3 2-2 0 0,0 0 0 0 0,0 0 0 0 0,0 0 0 0 0,1 0 0 0 0,-1 0 0 0 0,0 0-1 0 0,0 0 1 0 0,1 0 0 0 0,-1 0 0 0 0,0-1 0 0 0,1 1 0 0 0,-1 0 0 0 0,1-1-1 0 0,-1-1 1 0 0,0 1 17 0 0,0 0-13 0 0,0 0 0 0 0,1 1 0 0 0,-1-1 0 0 0,0 0 0 0 0,1 0 0 0 0,-1 1 0 0 0,1-1 0 0 0,0 0 1 0 0,-1 0-1 0 0,1 0 0 0 0,0-3 0 0 0,1 2-3 0 0,-1 0 1 0 0,1 0-1 0 0,0 0 0 0 0,0 1 1 0 0,0-1-1 0 0,0 0 1 0 0,1 1-1 0 0,-1-1 1 0 0,1 0-1 0 0,-1 1 1 0 0,1 0-1 0 0,0-1 1 0 0,0 1-1 0 0,4-3 1 0 0,-5 3-6 0 0,8-5 11 0 0,3 1 32 0 0,1 2-33 0 0,-11 3-10 0 0,0 1 0 0 0,0-1 0 0 0,0 1 0 0 0,1-1 0 0 0,-1 1 0 0 0,0 0 0 0 0,0 0 0 0 0,0 0 0 0 0,0 0 0 0 0,0 0 0 0 0,0 1 0 0 0,0-1 0 0 0,0 0 0 0 0,0 1 0 0 0,3 1 0 0 0,2 0 0 0 0,-2 0-21 0 0,18 6-203 0 0,-14-2 203 0 0,1 5-22 0 0,-2-2 22 0 0,-6-5-22 0 0,-1-2 42 0 0,0 0 1 0 0,0 0-1 0 0,0 0 0 0 0,0 0 1 0 0,-1 0-1 0 0,1 1 0 0 0,-1-1 1 0 0,0 0-1 0 0,1 0 0 0 0,-1 0 1 0 0,0 1-1 0 0,0-1 0 0 0,0 0 1 0 0,-1 4-1 0 0,-1 1 0 0 0,0 7 1 0 0,-5-2 0 0 0,-12 12 0 0 0,9-14 0 0 0,-1-3 0 0 0,5-4 5 0 0,5-2-1 0 0,-1 0 1 0 0,0 0-1 0 0,0 0 1 0 0,1 0-1 0 0,-1-1 1 0 0,0 1-1 0 0,0 0 1 0 0,0-1 0 0 0,1 0-1 0 0,-1 1 1 0 0,0-1-1 0 0,0 0 1 0 0,0 0-1 0 0,0 0 1 0 0,-2-1 0 0 0,3 1 14 0 0,-1 0 0 0 0,1 0 0 0 0,0 0 0 0 0,-1 0 0 0 0,1-1 0 0 0,0 1 0 0 0,0-1 0 0 0,-1 1 0 0 0,1-1 0 0 0,0 1 0 0 0,0-1 0 0 0,0 0 0 0 0,0 1 0 0 0,-1-1 0 0 0,1 0 0 0 0,0 0 0 0 0,1 0 0 0 0,-3-1 0 0 0,-9-19 131 0 0,10 18-123 0 0,1 0-12 0 0,-1 1-1 0 0,1-1 1 0 0,0 1-1 0 0,0-1 0 0 0,0 0 1 0 0,0 0-1 0 0,0 1 1 0 0,0-1-1 0 0,1 0 1 0 0,-1 0-1 0 0,1-4 1 0 0,0 0 3 0 0,0 0-6 0 0,0 0-1 0 0,0 0 1 0 0,1 1-1 0 0,0-1 1 0 0,0 0 0 0 0,1 1-1 0 0,0-1 1 0 0,0 1-1 0 0,1-1 1 0 0,0 1-1 0 0,0 0 1 0 0,0 0-1 0 0,1 0 1 0 0,-1 1 0 0 0,1-1-1 0 0,1 1 1 0 0,8-9-1 0 0,-2 7-11 0 0,-7 6-2 0 0,1 0-1 0 0,-1 0 1 0 0,1 0 0 0 0,7 0-1 0 0,8 1-58 0 0,-14 2 59 0 0,-2 1-9 0 0,20 2-64 0 0,-19-4 60 0 0,0-1 0 0 0,0 2 0 0 0,0-1 0 0 0,-1 1 0 0 0,8 2 1 0 0,6 5-39 0 0,-10-3 26 0 0,2 2-19 0 0,9 8 36 0 0,-19-15 7 0 0,1-1 0 0 0,-1 1 0 0 0,1-1 0 0 0,-1 1 0 0 0,1-1 1 0 0,-1 1-1 0 0,1 0 0 0 0,-1-1 0 0 0,0 1 0 0 0,1-1 1 0 0,-1 1-1 0 0,0 0 0 0 0,0-1 0 0 0,0 1 0 0 0,1 0 0 0 0,-1-1 1 0 0,0 2-1 0 0,0 1 0 0 0,3 11 3 0 0,-4 2 0 0 0,0-13-2 0 0,0 0-1 0 0,0-1 1 0 0,0 1-1 0 0,0 0 1 0 0,-1 0-1 0 0,1-1 1 0 0,-1 1 0 0 0,1 0-1 0 0,-1-1 1 0 0,0 0-1 0 0,-2 3 1 0 0,-8 5-16 0 0,-23 15 1 0 0,28-18 17 0 0,5-5 0 0 0,1-1 0 0 0,-1 1 0 0 0,0-1 0 0 0,0 1 0 0 0,0-1 0 0 0,0 0 0 0 0,-1 1 0 0 0,1-1 0 0 0,0 0 0 0 0,0 0 0 0 0,-1-1 0 0 0,-3 2 0 0 0,1 0-4 0 0,2-1 7 0 0,0 0 0 0 0,0 0-1 0 0,1-1 1 0 0,-1 1-1 0 0,0 0 1 0 0,0-1-1 0 0,-1 0 1 0 0,-2 0-1 0 0,4 0 7 0 0,1 0 0 0 0,-1-1 0 0 0,0 1 0 0 0,0-1 0 0 0,0 1 0 0 0,1-1-1 0 0,-1 0 1 0 0,0 0 0 0 0,1 0 0 0 0,-1 0 0 0 0,1 0 0 0 0,-1 0 0 0 0,1 0-1 0 0,-1-1 1 0 0,1 1 0 0 0,0 0 0 0 0,0-1 0 0 0,0 1 0 0 0,0-1 0 0 0,-1-1 0 0 0,-2-2 0 0 0,1 0 1 0 0,1 0-1 0 0,-1-1 1 0 0,1 1-1 0 0,0 0 1 0 0,0-1 0 0 0,0 0-1 0 0,1 1 1 0 0,0-1-1 0 0,0 0 1 0 0,1 0-1 0 0,-1 1 1 0 0,1-1 0 0 0,0 0-1 0 0,1 0 1 0 0,0 0-1 0 0,0 0 1 0 0,0 1-1 0 0,0-1 1 0 0,1 0 0 0 0,4-9-1 0 0,-5 13-9 0 0,-1 0 0 0 0,1 0 0 0 0,0 0 0 0 0,0 0 0 0 0,0 1 0 0 0,0-1 0 0 0,0 0 0 0 0,0 0 0 0 0,1 1 0 0 0,-1-1 0 0 0,1 1 0 0 0,-1-1 0 0 0,1 1 0 0 0,2-2 0 0 0,0 0 0 0 0,7-2 0 0 0,7 0 0 0 0,-12 6 0 0 0,-2 1 0 0 0,2-2-5 0 0,1 2 0 0 0,-1-1-1 0 0,0 1 1 0 0,0 0 0 0 0,0 0 0 0 0,12 6 0 0 0,-4 0-24 0 0,21 14 1 0 0,-10-7-93 0 0,-14-7 112 0 0,4 17-2 0 0,-7-10-32 0 0,0 5 31 0 0,-8-14 14 0 0,0-2-3 0 0,0 2 0 0 0,1-1 0 0 0,-1 0 0 0 0,0 0 0 0 0,0 0 0 0 0,-1 0 0 0 0,1 0 0 0 0,-1 0 0 0 0,0 0 0 0 0,-3 7 0 0 0,4-10-2 0 0,-1 0 0 0 0,1 0 0 0 0,-1 0 0 0 0,0 0 0 0 0,0 0 0 0 0,1 0 0 0 0,-1-1 0 0 0,-1 1 0 0 0,1 0 0 0 0,0-1 0 0 0,0 1 0 0 0,-1-1 0 0 0,1 1 0 0 0,-1-1 0 0 0,1 0 1 0 0,-4 3-1 0 0,-1-1-1 0 0,3 0 6 0 0,-1 0 1 0 0,0-1-1 0 0,0 1 0 0 0,0-1 0 0 0,0 0 0 0 0,-1-1 1 0 0,1 1-1 0 0,0-1 0 0 0,-1 1 0 0 0,1-1 0 0 0,-1-1 1 0 0,1 1-1 0 0,-1-1 0 0 0,1 0 0 0 0,-1 0 0 0 0,0 0 0 0 0,1 0 1 0 0,-1-1-1 0 0,-8-2 0 0 0,9 2 18 0 0,1 0-1 0 0,-1-1 1 0 0,0 1-1 0 0,1-1 1 0 0,-1 0-1 0 0,1 0 1 0 0,0-1-1 0 0,0 1 1 0 0,0-1-1 0 0,0 1 1 0 0,0-1-1 0 0,0 0 1 0 0,1 0-1 0 0,-1 0 1 0 0,1 0-1 0 0,0-1 1 0 0,0 1-1 0 0,0-1 1 0 0,0 1-1 0 0,1-1 1 0 0,0 0-1 0 0,-1 1 1 0 0,0-5-1 0 0,-1-8 75 0 0,1 10-74 0 0,1 1 1 0 0,-1-1-1 0 0,1 1 0 0 0,1-1 0 0 0,-1 0 0 0 0,1 0 1 0 0,0 1-1 0 0,0-1 0 0 0,1 0 0 0 0,0 1 0 0 0,0-1 1 0 0,0 1-1 0 0,0-1 0 0 0,1 1 0 0 0,0-1 0 0 0,5-8 1 0 0,1-2-10 0 0,-4 13-12 0 0,-1 1 1 0 0,8-4 0 0 0,-8 4 0 0 0,2 1 1 0 0,14 3-14 0 0,-6 3-35 0 0,-1 4 36 0 0,-2 2 0 0 0,-2 2-36 0 0,-8-10 42 0 0,1-1-1 0 0,0 1 1 0 0,-1 0-1 0 0,0 0 1 0 0,0 0-1 0 0,0 0 0 0 0,0-1 1 0 0,0 1-1 0 0,-1 3 1 0 0,-3 8-5 0 0,-1-8 5 0 0,1 1 1 0 0,-1-1-1 0 0,0 0 0 0 0,0 0 0 0 0,-1-1 0 0 0,1 1 0 0 0,-1-1 1 0 0,-1-1-1 0 0,1 1 0 0 0,-8 3 0 0 0,11-5 6 0 0,-18 5 0 0 0,8-5 0 0 0,1-3 11 0 0,-9-5 54 0 0,14 0-10 0 0,4 3-34 0 0,1 0-4 0 0,0 0 0 0 0,1 1 0 0 0,-1-1 0 0 0,0 0-1 0 0,1 0 1 0 0,0 0 0 0 0,-1 0 0 0 0,1 0 0 0 0,0-1 0 0 0,0 1-1 0 0,0 0 1 0 0,0-1 0 0 0,0 1 0 0 0,1 0 0 0 0,-1-1 0 0 0,1 1-1 0 0,0-1 1 0 0,-1 1 0 0 0,2-4 0 0 0,-1 2-6 0 0,0 0 0 0 0,1 0 0 0 0,-1 0 1 0 0,1 0-1 0 0,0 0 0 0 0,0 0 0 0 0,1 1 1 0 0,-1-1-1 0 0,1 0 0 0 0,3-5 0 0 0,4 0 1 0 0,-5 7-3 0 0,0-1 0 0 0,1 0 1 0 0,-1 1-1 0 0,1 0 0 0 0,-1 0 0 0 0,8-2 0 0 0,2 3-9 0 0,-4 2-15 0 0,-1 1 0 0 0,1 0 0 0 0,-1 1 0 0 0,0 0 0 0 0,0 0 0 0 0,0 1 0 0 0,0 0 0 0 0,-1 1 0 0 0,0 0 0 0 0,0 0 0 0 0,0 1 0 0 0,0 0 0 0 0,8 9 0 0 0,2 7 1 0 0,-15-18 8 0 0,-1 0-1 0 0,0 0 0 0 0,0 0 1 0 0,0 0-1 0 0,-1 0 0 0 0,1 0 1 0 0,1 7-1 0 0,-2 3-4 0 0,-2 5 13 0 0,0-16-3 0 0,-1 0-10 0 0,1-1 7 0 0,0-1 0 0 0,0 1 0 0 0,0 0 0 0 0,0-1 0 0 0,0 1 0 0 0,-1 0 0 0 0,1-1 0 0 0,-1 0 0 0 0,1 1 0 0 0,-1-1 0 0 0,0 0 0 0 0,-3 2 0 0 0,2 0 2 0 0,-1-1 4 0 0,-1 1 0 0 0,1-1 0 0 0,0 0 0 0 0,-1 0 0 0 0,1-1 0 0 0,-1 1 0 0 0,0-1 0 0 0,0 0 0 0 0,1 0 0 0 0,-1 0 0 0 0,0-1 0 0 0,0 0 0 0 0,0 0 0 0 0,0 0 0 0 0,-7-1 0 0 0,4-1 1 0 0,1 1 1 0 0,0-1-1 0 0,0 0 0 0 0,1-1 0 0 0,-1 1 0 0 0,0-1 1 0 0,1-1-1 0 0,0 1 0 0 0,-11-9 0 0 0,15 11 1 0 0,0 0 0 0 0,0-1 0 0 0,1 1 0 0 0,-1 0 0 0 0,1-1 0 0 0,-1 1 0 0 0,1-1-1 0 0,0 0 1 0 0,-1 1 0 0 0,1-1 0 0 0,0 0 0 0 0,0 0 0 0 0,-1-4 0 0 0,-1 0 19 0 0,1 0-14 0 0,-1 1 1 0 0,1-1-1 0 0,0 0 1 0 0,1 0-1 0 0,-1 0 1 0 0,1 0-1 0 0,0 0 1 0 0,1 0-1 0 0,0 0 1 0 0,0 0-1 0 0,0 0 1 0 0,0 0-1 0 0,1 0 1 0 0,0 0-1 0 0,0 0 1 0 0,1 0-1 0 0,0 1 1 0 0,0-1-1 0 0,0 0 1 0 0,1 1 0 0 0,-1 0-1 0 0,1-1 1 0 0,1 1-1 0 0,-1 0 1 0 0,1 0-1 0 0,0 1 1 0 0,5-6-1 0 0,3 3-9 0 0,17 2 0 0 0,-15 5-14 0 0,17 8-70 0 0,-11-1-2 0 0,-15-3 68 0 0,-2 0 2 0 0,1-2 5 0 0,1 0 9 0 0,8 13-79 0 0,-10-11 67 0 0,0 0-1 0 0,-1 0 1 0 0,1 0-1 0 0,-1 1 0 0 0,0-1 1 0 0,0 1-1 0 0,0-1 1 0 0,-1 1-1 0 0,0 0 1 0 0,1 5-1 0 0,-2 4 15 0 0,-1-8 0 0 0,-1 0 0 0 0,0 0 0 0 0,0 0 0 0 0,0-1 0 0 0,0 1 0 0 0,-1-1 0 0 0,0 0 0 0 0,0 1 0 0 0,-1-1 0 0 0,1-1 0 0 0,-1 1 0 0 0,0 0 0 0 0,-9 7 0 0 0,6-7 0 0 0,0 0 0 0 0,0 0 0 0 0,-1 0 0 0 0,1-1 0 0 0,-1 0 0 0 0,0-1 0 0 0,0 0 0 0 0,0 0 0 0 0,-11 2 0 0 0,7-3 11 0 0,10-2-6 0 0,1 0 0 0 0,0 1 0 0 0,-1-1 0 0 0,1 0 0 0 0,0 0 0 0 0,-1 0 1 0 0,1 0-1 0 0,0 0 0 0 0,-1 0 0 0 0,1 0 0 0 0,0-1 0 0 0,-1 1 0 0 0,1 0 0 0 0,0-1 0 0 0,-1 1 0 0 0,1-1 0 0 0,0 0 1 0 0,0 1-1 0 0,0-1 0 0 0,0 0 0 0 0,-2-1 0 0 0,0 0 11 0 0,2 1-8 0 0,-1-1 1 0 0,1 1-1 0 0,0 0 1 0 0,-1-1-1 0 0,1 1 0 0 0,0-1 1 0 0,0 1-1 0 0,0-1 1 0 0,0 0-1 0 0,-1-1 0 0 0,0-2 27 0 0,-6-10 10 0 0,8 9-29 0 0,1 3-3 0 0,-2-1-9 0 0,1 0 0 0 0,0 1 0 0 0,0-1-1 0 0,0 0 1 0 0,0 0 0 0 0,1 1 0 0 0,0-1 0 0 0,-1 0-1 0 0,1 1 1 0 0,1-1 0 0 0,-1 0 0 0 0,0 1 0 0 0,1 0-1 0 0,0-1 1 0 0,0 1 0 0 0,0 0 0 0 0,0 0 0 0 0,0 0-1 0 0,3-3 1 0 0,5-3-4 0 0,3 3 0 0 0,-10 5-12 0 0,0 1 0 0 0,0-1 0 0 0,0 1 0 0 0,0 0 0 0 0,0-1 0 0 0,0 1 0 0 0,0 1 0 0 0,0-1 0 0 0,0 0 0 0 0,0 1 0 0 0,-1 0-1 0 0,1-1 1 0 0,0 1 0 0 0,4 2 0 0 0,2 1-37 0 0,-1 1 0 0 0,0 0 0 0 0,9 7 0 0 0,-2-1 32 0 0,-5-2-26 0 0,-8-7 34 0 0,0-1 4 0 0,-1 1 1 0 0,1-1 0 0 0,-1 1 0 0 0,0 0 0 0 0,0 0-1 0 0,0 0 1 0 0,1-1 0 0 0,-2 1 0 0 0,1 0 0 0 0,0 0-1 0 0,0 1 1 0 0,0 3 0 0 0,-1 5-7 0 0,-4 3 11 0 0,2-12 0 0 0,1 1 0 0 0,-1-1 0 0 0,0 0 0 0 0,0 1 0 0 0,1-1 0 0 0,-1 0 0 0 0,-1 0 0 0 0,1 0 0 0 0,0 0 0 0 0,0-1 0 0 0,-1 1 0 0 0,1-1 0 0 0,-1 1 0 0 0,1-1 0 0 0,-1 0 0 0 0,0 0 0 0 0,1 0 0 0 0,-5 1 0 0 0,-6 0 0 0 0,10-1 0 0 0,2-1 0 0 0,0 1 0 0 0,-1-1 0 0 0,1 0 0 0 0,0-1 0 0 0,0 1 0 0 0,0 0 0 0 0,0 0 0 0 0,-1 0 0 0 0,1-1 0 0 0,0 1 0 0 0,0 0 0 0 0,0-1 0 0 0,0 1 0 0 0,0-1 0 0 0,0 1 0 0 0,-2-2 0 0 0,-11-6 27 0 0,11 4-11 0 0,2 1-5 0 0,-2 1-3 0 0,2 1-5 0 0,0 1 0 0 0,1-1 1 0 0,-1 0-1 0 0,0 1 0 0 0,0-1 1 0 0,1 0-1 0 0,-1 0 0 0 0,0 0 0 0 0,1 1 1 0 0,-1-1-1 0 0,1 0 0 0 0,-1 0 0 0 0,1 0 1 0 0,0 0-1 0 0,-1 0 0 0 0,1-2 1 0 0,-3-2 4 0 0,2 3 0 0 0,0-1 0 0 0,0 1-1 0 0,0-1 1 0 0,1 1 0 0 0,-1-1-1 0 0,0 0 1 0 0,1 1 0 0 0,0-1-1 0 0,0 0 1 0 0,0-3 0 0 0,0-4 12 0 0,0 8-137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1-08T12:02:22.297"/>
    </inkml:context>
    <inkml:brush xml:id="br0">
      <inkml:brushProperty name="width" value="0.05" units="cm"/>
      <inkml:brushProperty name="height" value="0.05" units="cm"/>
    </inkml:brush>
  </inkml:definitions>
  <inkml:trace contextRef="#ctx0" brushRef="#br0">32 0 2759 0 0,'0'0'968'0'0,"-4"1"-697"0"0,-14 5 129 0 0,14-5 955 0 0,3 5-1055 0 0,-1-3-284 0 0,0 16 262 0 0,2 26-140 0 0,0-33-117 0 0,3 2 22 0 0,0 1-33 0 0,2 10-1827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1-08T12:06:52.520"/>
    </inkml:context>
    <inkml:brush xml:id="br0">
      <inkml:brushProperty name="width" value="0.05" units="cm"/>
      <inkml:brushProperty name="height" value="0.05" units="cm"/>
      <inkml:brushProperty name="color" value="#E71224"/>
    </inkml:brush>
  </inkml:definitions>
  <inkml:trace contextRef="#ctx0" brushRef="#br0">12 9 1375 0 0,'0'0'6072'0'0,"2"-8"-196"0"0,-4 49-5352 0 0,2-40-452 0 0,0 2-1 0 0,-6 149 850 0 0,1-92-353 0 0,6-53-447 0 0,1-5-82 0 0,-1 1 0 0 0,0-1 1 0 0,0 0-1 0 0,0 1 0 0 0,-1-1 0 0 0,1 0 0 0 0,0 1 0 0 0,-1-1 0 0 0,1 4 0 0 0,-1-5 41 0 0,2 7 134 0 0,2 6-69 0 0,-4-13 526 0 0,10 12 2569 0 0,-1-1-5383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1-08T12:06:53.767"/>
    </inkml:context>
    <inkml:brush xml:id="br0">
      <inkml:brushProperty name="width" value="0.05" units="cm"/>
      <inkml:brushProperty name="height" value="0.05" units="cm"/>
      <inkml:brushProperty name="color" value="#E71224"/>
    </inkml:brush>
  </inkml:definitions>
  <inkml:trace contextRef="#ctx0" brushRef="#br0">43 0 6015 0 0,'-35'11'134'0'0,"28"-9"408"0"0,8-6 1263 0 0,1 7 1291 0 0,1 13-1409 0 0,-8 140 761 0 0,6-149-2297 0 0,-1 0 0 0 0,1 0 0 0 0,3 10-1 0 0,-1-4 1665 0 0,16 20-2970 0 0,-19-32 1032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1-08T12:06:54.634"/>
    </inkml:context>
    <inkml:brush xml:id="br0">
      <inkml:brushProperty name="width" value="0.05" units="cm"/>
      <inkml:brushProperty name="height" value="0.05" units="cm"/>
      <inkml:brushProperty name="color" value="#E71224"/>
    </inkml:brush>
  </inkml:definitions>
  <inkml:trace contextRef="#ctx0" brushRef="#br0">69 5 1839 0 0,'-4'-4'6912'0'0,"0"5"-4069"0"0,-2 12-3009 0 0,2-3 1029 0 0,-3 3-423 0 0,0 1 0 0 0,1-1-1 0 0,0 2 1 0 0,-4 16 0 0 0,5-8 79 0 0,1 0 0 0 0,1 0 0 0 0,0 32 0 0 0,3-53-430 0 0,1 15 47 0 0,1-10-2997 0 0,5-2-2246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1-08T12:06:55.634"/>
    </inkml:context>
    <inkml:brush xml:id="br0">
      <inkml:brushProperty name="width" value="0.05" units="cm"/>
      <inkml:brushProperty name="height" value="0.05" units="cm"/>
      <inkml:brushProperty name="color" value="#E71224"/>
    </inkml:brush>
  </inkml:definitions>
  <inkml:trace contextRef="#ctx0" brushRef="#br0">76 0 919 0 0,'0'0'10871'0'0,"-7"2"-9687"0"0,5-1-1100 0 0,0-1 1 0 0,1 1-1 0 0,-1 0 0 0 0,0 0 1 0 0,1-1-1 0 0,-1 1 0 0 0,1 0 1 0 0,0 0-1 0 0,-1 1 1 0 0,1-1-1 0 0,0 0 0 0 0,-1 0 1 0 0,1 1-1 0 0,0-1 0 0 0,-1 3 1 0 0,-13 27 507 0 0,6-9 3 0 0,6-16-499 0 0,1 1-1 0 0,0-1 1 0 0,1 0-1 0 0,-1 0 0 0 0,0 13 1 0 0,0-6 34 0 0,-1 14 29 0 0,0 1 0 0 0,2-1 0 0 0,3 32 0 0 0,-2-48-116 0 0,0-1-33 0 0,4 4-12 0 0,-3-14-3 0 0,-2 2-6 0 0,1 0-80 0 0,5-25-9112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6T17:36:56.779"/>
    </inkml:context>
    <inkml:brush xml:id="br0">
      <inkml:brushProperty name="width" value="0.1" units="cm"/>
      <inkml:brushProperty name="height" value="0.1" units="cm"/>
      <inkml:brushProperty name="color" value="#FFFFFF"/>
    </inkml:brush>
  </inkml:definitions>
  <inkml:trace contextRef="#ctx0" brushRef="#br0">500 158 24575,'276'0'0,"-271"0"0,-1 0 0,0 1 0,0 0 0,0-1 0,0 1 0,0 0 0,7 4 0,-10-5 0,0 1 0,-1-1 0,1 0 0,0 1 0,0-1 0,-1 1 0,1-1 0,0 1 0,-1-1 0,1 1 0,-1 0 0,1-1 0,-1 1 0,1-1 0,-1 1 0,1 0 0,-1 0 0,0-1 0,1 1 0,-1 0 0,0 0 0,0 0 0,0-1 0,1 1 0,-1 0 0,0 0 0,0 0 0,0-1 0,0 1 0,0 0 0,-1 0 0,1 0 0,0 0 0,0-1 0,0 1 0,-1 0 0,1 0 0,0-1 0,-1 1 0,1 0 0,-1 0 0,1-1 0,-1 1 0,1-1 0,-1 1 0,1 0 0,-2 0 0,0 1 0,0 0 0,-1 0 0,1 0 0,-1 0 0,0-1 0,1 1 0,-1-1 0,0 1 0,0-1 0,0 0 0,0 0 0,0 0 0,0-1 0,0 1 0,-4 0 0,-9 0 0,-27-1 0,32-1 0,-207-1 0,205 2 0,0-2 0,-19-3 0,-17-3 0,32 9 0,-13-1 0,29 0 0,-1 0 0,0-1 0,1 1 0,-1 0 0,1-1 0,-1 1 0,1 0 0,-1-1 0,1 0 0,0 1 0,-1-1 0,1 0 0,-2-1 0,3 2 0,0 0 0,0 0 0,0-1 0,0 1 0,0 0 0,0 0 0,0 0 0,0-1 0,0 1 0,0 0 0,0 0 0,0 0 0,0 0 0,0-1 0,0 1 0,0 0 0,0 0 0,1 0 0,-1-1 0,0 1 0,0 0 0,0 0 0,0 0 0,0 0 0,0 0 0,1-1 0,-1 1 0,0 0 0,0 0 0,0 0 0,0 0 0,0 0 0,1 0 0,-1 0 0,0 0 0,0 0 0,0-1 0,1 1 0,-1 0 0,0 0 0,0 0 0,0 0 0,1 0 0,-1 0 0,0 0 0,0 0 0,1 1 0,10-4 0,25 0 0,66 4 0,15-1 0,-109 0 0,1-1 0,-1 0 0,1-1 0,-1 0 0,0 0 0,0-1 0,0 0 0,0 0 0,0-1 0,-1 0 0,0 0 0,1-1 0,-1 0 0,9-8 0,-14 10 0,1 1 0,-1 0 0,1 0 0,0 0 0,0 0 0,0 0 0,0 1 0,0 0 0,4-2 0,5-2 0,-12 5 0,0 0 0,0 0 0,1 0 0,-1 0 0,0-1 0,0 1 0,0 0 0,0 0 0,0 0 0,0 0 0,0 0 0,0 0 0,0 0 0,0 0 0,0 0 0,0-1 0,0 1 0,0 0 0,0 0 0,0 0 0,0 0 0,0 0 0,0 0 0,0 0 0,0-1 0,0 1 0,0 0 0,0 0 0,0 0 0,0 0 0,0 0 0,0 0 0,0 0 0,0-1 0,0 1 0,0 0 0,0 0 0,0 0 0,0 0 0,0 0 0,0 0 0,-1 0 0,1 0 0,0 0 0,0 0 0,0 0 0,0 0 0,0-1 0,0 1 0,0 0 0,0 0 0,-1 0 0,1 0 0,0 0 0,0 0 0,0 0 0,0 0 0,0 0 0,-7-3 0,-8-1 0,0 2 0,0-1 0,-1 2 0,1 0 0,0 1 0,-20 2 0,-5-1 0,-9-1 0,28-2 0,1 2 0,0 0 0,0 2 0,0 0 0,-28 7 0,35-4 0,-25 13 0,29-13 0,0-1 0,-1 0 0,0 0 0,1 0 0,-17 2 0,-95 12 0,90-12 0,28-5 0,20-3 0,53-3 0,-32 4 0,-32 0 0,-1 0 0,0-1 0,0 1 0,0-1 0,-1 0 0,1 0 0,0 0 0,-1-1 0,1 1 0,-1-1 0,0 0 0,0-1 0,5-4 0,-6 6 0,0-1 0,0 0 0,-1 0 0,1-1 0,-1 1 0,0 0 0,0-1 0,0 1 0,0-1 0,0 0 0,-1 0 0,0 0 0,0 1 0,0-1 0,0 0 0,0 0 0,-1-6 0,0 8 0,0 0 0,-1 0 0,1 1 0,-1-1 0,1 0 0,-1 1 0,0-1 0,1 1 0,-1-1 0,0 1 0,0-1 0,0 1 0,0-1 0,-1 1 0,1 0 0,0 0 0,-1-1 0,1 1 0,0 0 0,-1 0 0,1 0 0,-1 1 0,0-1 0,1 0 0,-1 1 0,1-1 0,-1 0 0,0 1 0,0 0 0,-2-1 0,-8 0 0,1 0 0,0 1 0,-21 2 0,14-1 0,-6-2 0,-17 1 0,38 1 0,0-1 0,0 0 0,0 1 0,1-1 0,-1 1 0,0 0 0,1 0 0,-1 0 0,0 0 0,-4 4 0,6-4 0,-1 1 0,0 0 0,1 0 0,-1 0 0,1 1 0,0-1 0,0 0 0,0 0 0,0 1 0,0-1 0,0 0 0,1 1 0,-1-1 0,1 1 0,-1-1 0,1 1 0,0 0 0,0-1 0,0 1 0,1 2 0,0 1 0,-1-1 0,1 1 0,1 0 0,-1-1 0,1 0 0,0 1 0,5 9 0,4 3 0,1 0 0,17 20 0,-26-36 0,0 0 0,0 0 0,-1 1 0,1-2 0,1 1 0,2 2 0,14 7 0,-15-7 0,0 0 0,0-1 0,0 0 0,0 0 0,1-1 0,-1 1 0,1-1 0,9 2 0,1-1 0,30 2 0,-38-5 0,30 5 0,-35-4 0,0-1 0,0 1 0,0 0 0,0 0 0,-1 0 0,1 0 0,0 0 0,0 1 0,3 2 0,-6-4 0,0 0 0,0 0 0,0 0 0,0 1 0,0-1 0,0 0 0,0 0 0,0 0 0,0 0 0,0 0 0,0 1 0,0-1 0,0 0 0,0 0 0,0 0 0,0 0 0,0 0 0,0 1 0,0-1 0,0 0 0,0 0 0,0 0 0,0 0 0,0 0 0,0 1 0,0-1 0,0 0 0,0 0 0,-1 0 0,1 0 0,0 0 0,0 0 0,0 0 0,0 1 0,0-1 0,0 0 0,-1 0 0,1 0 0,0 0 0,0 0 0,0 0 0,0 0 0,0 0 0,-1 0 0,1 0 0,0 0 0,0 0 0,0 0 0,0 0 0,0 0 0,-1 0 0,-9 2 0,-73 4 0,14-2 0,17 0 0,30-3 0,-42 6 0,52-2 0,12-4 0,0-1 0,0 0 0,0 0 0,0 1 0,0-1 0,0 0 0,0 0 0,0 0 0,1 0 0,-1 1 0,0-1 0,0 0 0,0 0 0,0 0 0,0 0 0,1 0 0,-1 1 0,0-1 0,0 0 0,0 0 0,1 0 0,-1 0 0,0 0 0,0 0 0,0 0 0,1 0 0,-1 0 0,0 0 0,0 0 0,1 0 0,-1 0 0,27 4 0,168-3 0,-98-2 0,-93 1 0,-1 0 0,1 1 0,-1-1 0,0 1 0,1-1 0,4 3 0,-8-3 0,1 0 0,-1 0 0,1 1 0,-1-1 0,1 0 0,-1 0 0,0 1 0,1-1 0,-1 0 0,0 0 0,1 1 0,-1-1 0,0 1 0,1-1 0,-1 0 0,0 1 0,0-1 0,1 1 0,-1-1 0,0 0 0,0 1 0,0 0 0,0 0 0,0 0 0,0-1 0,0 1 0,0 0 0,-1 0 0,1 0 0,0 0 0,-1-1 0,1 1 0,0 0 0,-1 0 0,1-1 0,-1 1 0,1 0 0,-1-1 0,0 1 0,0 0 0,-4 3 0,0 0 0,1-1 0,-2 1 0,1-1 0,0-1 0,0 1 0,-1-1 0,0 0 0,1 0 0,-1 0 0,0-1 0,-11 2 0,-8-1 0,-43-2 0,64 0 0,-225-1 0,227 1 0,-17-1 0,19 1 0,0 0 0,-1 0 0,1 0 0,0 0 0,0 0 0,-1 0 0,1 0 0,0 0 0,-1 0 0,1 0 0,0 0 0,0 0 0,-1 0 0,1 0 0,0 0 0,0-1 0,-1 1 0,1 0 0,0 0 0,0 0 0,-1 0 0,1-1 0,0 1 0,0 0 0,0 0 0,-1 0 0,1-1 0,0 1 0,0 0 0,0 0 0,0-1 0,0 1 0,0 0 0,-1 0 0,1-1 0,0 1 0,0 0 0,0 0 0,0-1 0,0 1 0,0 0 0,0 0 0,0-1 0,0 1 0,0 0 0,0-1 0,0 1 0,0 0 0,1 0 0,-1-1 0,0 1 0,0 0 0,0-1 0,3-2 0,-1 0 0,0 1 0,1-1 0,0 1 0,-1-1 0,1 1 0,0 0 0,6-3 0,28-12 0,-23 11 0,12-4 0,0 0 0,1 2 0,1 0 0,-1 2 0,1 2 0,0 0 0,0 2 0,50 2 0,234 2 0,-195-3 0,-164 1 0,-77 9 0,114-7 0,-1 0 0,1 0 0,-1 0 0,1 2 0,-18 7 0,16-6 0,8-3 0,0 0 0,1 0 0,-1 0 0,0 0 0,1 1 0,-1 0 0,1-1 0,-4 5 0,1-1 0,0-1 0,0 0 0,-1-1 0,0 1 0,1-1 0,-1-1 0,-1 1 0,-8 2 0,6-2 0,1 0 0,-1 1 0,1 0 0,-8 7 0,9-8 0,-1 1 0,1-1 0,-1 0 0,1-1 0,-1 0 0,0 0 0,-16 2 0,18-4 0,-17 4 0,18-5 0,16-3 0,48-13 0,1 2 0,1 3 0,0 2 0,108-1 0,-125 11 0,-18 0 0,0-1 0,1 0 0,32-7 0,-25 2 0,1 2 0,59 1 0,-89 2 0,0-1 0,0 1 0,0-1 0,0 1 0,0-1 0,6-3 0,-9 4 0,0-1 0,0 1 0,1-1 0,-1 1 0,0-1 0,0 0 0,0 1 0,0-1 0,0 0 0,0 0 0,0 0 0,0 0 0,0 0 0,0 0 0,0 0 0,-1 0 0,1 0 0,0 0 0,-1-1 0,1 1 0,-1 0 0,1-3 0,-1 4 0,0-1 0,0 1 0,0-1 0,0 1 0,0-1 0,0 0 0,-1 1 0,1-1 0,0 1 0,0-1 0,-1 1 0,1-1 0,0 1 0,-1-1 0,1 1 0,0-1 0,-1 1 0,1 0 0,-1-1 0,1 1 0,-1 0 0,1-1 0,-1 1 0,1 0 0,-1-1 0,1 1 0,-2 0 0,-17-6 0,13 4 0,-7-1 0,3 1 0,-1-1 0,2-1 0,-13-5 0,19 8 0,0-1 0,1 1 0,-1-1 0,0 0 0,1 0 0,0 0 0,0 0 0,-1 0 0,1-1 0,0 1 0,1-1 0,-1 1 0,0-1 0,1 0 0,-2-4 0,-4-10 0,2 5 0,0-1 0,-3-14 0,7 24 0,1 1 0,-1-1 0,1 1 0,0-1 0,-1 0 0,1 1 0,0-1 0,1 1 0,-1-1 0,0 0 0,1 1 0,-1-1 0,1 1 0,0-1 0,0 1 0,0-1 0,2-1 0,-1 1 0,0 1 0,0 0 0,1 0 0,-1 0 0,1 1 0,-1-1 0,1 1 0,0-1 0,-1 1 0,1 0 0,5-1 0,36-9 0,-34 9 0,27-3 0,-25 4 0,0-1 0,0 0 0,12-5 0,-22 7 0,5-3 0,0 1 0,0 0 0,0 0 0,14-1 0,-20 3 0,0 0 0,1 0 0,-1 0 0,0 0 0,1 0 0,-1 0 0,1 1 0,-1-1 0,0 0 0,1 1 0,-1-1 0,0 1 0,0 0 0,1-1 0,-1 1 0,0 0 0,0 0 0,0 0 0,0-1 0,0 1 0,0 0 0,0 1 0,0-1 0,0 0 0,-1 0 0,1 0 0,0 0 0,-1 1 0,1-1 0,-1 0 0,1 0 0,0 3 0,0 2 0,0 1 0,0-1 0,0 1 0,-1-1 0,0 1 0,0-1 0,-2 13 0,1-16 0,0 0 0,1 0 0,-1 0 0,0 0 0,-1 0 0,1 0 0,-1 0 0,1-1 0,-1 1 0,0-1 0,0 1 0,0-1 0,0 1 0,0-1 0,0 0 0,-1 0 0,1 0 0,-4 2 0,-2 0 0,0-1 0,-1 0 0,1 0 0,0 0 0,-1-1 0,-15 2 0,-1-2 0,-26-2 0,-14 1 0,59 0 0,1 0 0,0 0 0,0 1 0,0-1 0,0 1 0,-9 5 0,-16 6 0,-29 3 0,102-13 0,-22-2 0,-1 1 0,0 1 0,28 7 0,-28-5 0,1-1 0,-1-1 0,26 1 0,257-5 0,-298 1 0,-1 1 0,1-1 0,-1 1 0,1 0 0,7 2 0,-12-3 0,1 0 0,0 0 0,-1 1 0,1-1 0,-1 0 0,1 1 0,0-1 0,-1 1 0,1-1 0,-1 1 0,1-1 0,-1 1 0,1-1 0,-1 1 0,1-1 0,-1 1 0,0 0 0,1 0 0,-1 0 0,0-1 0,0 1 0,0 0 0,0 0 0,0-1 0,0 1 0,0 0 0,0 0 0,-1-1 0,1 1 0,0 0 0,0-1 0,-1 1 0,1 0 0,-1-1 0,1 1 0,0-1 0,-1 1 0,1 0 0,-1-1 0,1 1 0,-2 0 0,-1 2 0,0 0 0,-1 0 0,0-1 0,1 1 0,-1-1 0,0 0 0,0 0 0,-9 3 0,-37 8 0,2-1 0,35-9 0,0 1 0,0-2 0,0 0 0,-21 1 0,-52-4 0,52 0 0,458 1 0,-410 0 0,-1-1 0,1-1 0,0-1 0,-1 0 0,23-8 0,-34 10 0,0 0 0,0 0 0,0 0 0,1 0 0,-2 0 0,1 0 0,0-1 0,0 1 0,0-1 0,-1 1 0,1-1 0,0 0 0,-1 0 0,0 0 0,1 1 0,-1-1 0,0-1 0,0 1 0,0 0 0,0 0 0,-1 0 0,1 0 0,0-1 0,-1-2 0,1 2 0,-1 0 0,0 0 0,-1 0 0,1 0 0,0 0 0,-1 1 0,0-1 0,1 0 0,-1 0 0,0 0 0,-1 1 0,1-1 0,0 1 0,-1-1 0,1 1 0,-1-1 0,0 1 0,0 0 0,-2-2 0,1 1 0,-10-9 0,0 1 0,-15-10 0,23 18 0,0 0 0,0 0 0,0 1 0,0 0 0,0 0 0,0 0 0,0 1 0,-1 0 0,1 0 0,-10-1 0,-4 3 0,1 0 0,-28 6 0,25-3 0,-37 1 0,-41-6 0,381 1 0,-275 0 0,0-1 0,1 0 0,-1 0 0,0-1 0,0 0 0,1 0 0,-1 0 0,-1-1 0,1 0 0,0-1 0,10-7 0,-17 11 0,1 0 0,-1 0 0,1 0 0,-1-1 0,0 1 0,1 0 0,-1 0 0,1 0 0,-1-1 0,0 1 0,1 0 0,-1-1 0,0 1 0,0 0 0,1 0 0,-1-1 0,0 1 0,0-1 0,1 1 0,-1 0 0,0-1 0,0 1 0,0 0 0,0-1 0,1 1 0,-1-1 0,0 1 0,0-1 0,0 0 0,-1 1 0,1-1 0,-1 1 0,1 0 0,-1-1 0,0 1 0,1 0 0,-1-1 0,1 1 0,-1 0 0,0-1 0,1 1 0,-1 0 0,0 0 0,1 0 0,-2 0 0,-35-1 0,34 1 0,-47 1 0,-63-1 0,70-7 0,-5-1 0,-11 8 0,66 1 0,0 0 0,0 1 0,12 5 0,20 6 0,-21-10 0,0-1 0,33 0 0,-31-1 0,38 4 0,55 14 0,-93-16 0,-1-1 0,1-1 0,20-2 0,29 2 0,-23 8 0,-18-3 0,33 8 0,-45-9 0,0-1 0,0 0 0,30 1 0,-378-6 0,190 2 0,125 0 0,0 1 0,0 1 0,1 0 0,-1 2 0,-31 12 0,22-8 0,-29 7 0,16-6 0,24-6 0,-28 4 0,359-9 0,-303 2 0,1 0 0,21 6 0,-21-4 0,1-1 0,16 1 0,23-4 0,-35 0 0,-1 0 0,0 2 0,1 0 0,28 6 0,-17 3 0,-23-7 0,1 0 0,-1-1 0,1 0 0,10 1 0,149 0 0,-89-5 0,-62 3 0,-9-1 0,-1 1 0,1-1 0,0-1 0,11-1 0,-16 1 0,-1 1 0,1-1 0,-1 1 0,0-1 0,1 1 0,-1-1 0,0 0 0,1 0 0,-1 1 0,0-1 0,0 0 0,0 0 0,0 0 0,0-1 0,0 1 0,0 0 0,0 0 0,0 0 0,-1-1 0,1 1 0,0 0 0,-1-1 0,1 1 0,-1-1 0,1 1 0,-1-2 0,2-13 0,-1 0 0,-1 1 0,-2-25 0,0 1 0,2 36 0,0 0 0,0 1 0,-1-1 0,1 0 0,-1 0 0,1 0 0,-1 0 0,0 1 0,-2-5 0,2 6 0,0-1 0,0 1 0,0 0 0,0 0 0,0 0 0,0 0 0,0 0 0,0 0 0,-1 0 0,1 1 0,0-1 0,-1 0 0,1 1 0,-1-1 0,1 1 0,0-1 0,-1 1 0,1-1 0,-4 1 0,-10-1 0,-1 1 0,0 0 0,1 1 0,-1 1 0,-18 4 0,-2 0 0,-22-3 0,17-2 0,40-1 0,-1 0 0,1 1 0,0-1 0,-1 0 0,1 0 0,0 1 0,-1-1 0,1 1 0,0 0 0,0-1 0,-1 1 0,1 0 0,0-1 0,0 1 0,0 0 0,0 0 0,0 0 0,0 0 0,0 0 0,0 0 0,-1 3 0,0 0 0,0 1 0,1-1 0,-1 1 0,-1 9 0,2-9 0,0 0 0,0 0 0,-5 10 0,4-12 0,1-1 0,-1 1 0,0 0 0,-1-1 0,1 1 0,0-1 0,-1 1 0,0-1 0,1 0 0,-5 2 0,-31 15 0,14-9 0,17-7 0,-1 0 0,1 0 0,-1-1 0,0 0 0,-10 0 0,-19 6 0,37-8 0,0 0 0,0 0 0,-1 0 0,1 0 0,0 0 0,0 0 0,-1 0 0,1 0 0,0 0 0,0 0 0,0 0 0,-1 0 0,1 0 0,0 0 0,0 0 0,-1 0 0,1 0 0,0 1 0,0-1 0,0 0 0,0 0 0,-1 0 0,1 0 0,0 0 0,0 1 0,0-1 0,0 0 0,-1 0 0,1 0 0,0 1 0,0-1 0,0 0 0,0 0 0,0 1 0,0-1 0,0 0 0,0 0 0,0 1 0,9 2 0,17 0 0,28-2 0,-29-2 0,0 2 0,48 7 0,-45-3 0,-19-4 0,-1 1 0,1 0 0,0 0 0,12 5 0,-10-3 0,1 0 0,0-1 0,0 0 0,-1 0 0,2-2 0,-1 0 0,0 0 0,0-1 0,15-1 0,-25 0 0,0 1 0,0 0 0,0-1 0,0 1 0,0-1 0,0 1 0,0-1 0,0 0 0,0 0 0,0 0 0,-1 0 0,1 0 0,0 0 0,-1-1 0,1 1 0,-1 0 0,1-1 0,-1 1 0,0-1 0,0 0 0,2-2 0,-2 2 0,-1 1 0,1-1 0,-1 1 0,1-1 0,-1 1 0,0-1 0,0 1 0,0-1 0,0 1 0,0-1 0,0 1 0,0-1 0,0 1 0,-1-1 0,1 1 0,0-1 0,-1 1 0,1-1 0,-1 1 0,0 0 0,1-1 0,-1 1 0,0 0 0,0-1 0,0 1 0,0 0 0,0 0 0,-2-2 0,-3-2 0,1 1 0,-1 0 0,0 0 0,0 0 0,0 1 0,0-1 0,-1 2 0,0-1 0,1 1 0,-1 0 0,0 0 0,0 0 0,0 1 0,0 1 0,0-1 0,-10 1 0,-18 2 0,22-1 0,0-1 0,0 0 0,-16-2 0,26 1 0,-1-1 0,1 1 0,0-1 0,0 1 0,0-1 0,0 0 0,1 0 0,-1 0 0,1 0 0,-5-4 0,-21-28 0,26 30 0,-1 0 0,1 0 0,1-1 0,-1 1 0,1-1 0,-1 1 0,1-1 0,0 0 0,1 1 0,-1-1 0,1 0 0,0 0 0,0 1 0,2-7 0,-2 5 0,0-1 0,0 0 0,0 0 0,-1 0 0,-2-10 0,3 16 0,0 0 0,-1 0 0,1 1 0,0-1 0,-1 0 0,1 0 0,-1 1 0,1-1 0,-1 0 0,1 0 0,-1 1 0,1-1 0,-1 1 0,0-1 0,1 0 0,-1 1 0,0-1 0,0 1 0,1 0 0,-1-1 0,0 1 0,-1-1 0,0 1 0,1 0 0,-1-1 0,0 1 0,0 0 0,0 0 0,0 0 0,1 1 0,-1-1 0,0 0 0,-2 1 0,-3 2 0,-1 0 0,1 0 0,-12 8 0,10-6 0,0 0 0,-1 0 0,1-1 0,-1 0 0,0 0 0,0-1 0,0-1 0,0 1 0,0-2 0,0 1 0,-12-1 0,15-1 0,4-1 0,1 1 0,-1 0 0,0 0 0,1 0 0,-1 0 0,1 1 0,-1-1 0,1 1 0,-1 0 0,1-1 0,-5 3 0,7-3 0,0 0 0,0 0 0,-1 0 0,1 1 0,0-1 0,0 0 0,0 0 0,0 0 0,-1 0 0,1 0 0,0 0 0,0 1 0,0-1 0,0 0 0,0 0 0,0 0 0,-1 1 0,1-1 0,0 0 0,0 0 0,0 0 0,0 1 0,0-1 0,0 0 0,0 0 0,0 0 0,0 1 0,0-1 0,0 0 0,0 0 0,0 0 0,0 1 0,0-1 0,0 0 0,0 0 0,0 0 0,1 1 0,7 5 0,12 0 0,5-2 0,-1-2 0,1-1 0,29-2 0,-29-1 0,1 2 0,48 6 0,-59-3 0,27 4 0,-38-6 0,0-1 0,0 0 0,0 0 0,0 0 0,0-1 0,0 1 0,-1-1 0,6-1 0,-7 1 0,0-1 0,0 1 0,1 0 0,-1-1 0,0 1 0,0-1 0,0 0 0,0 0 0,-1 0 0,1 0 0,1-3 0,16-28 0,-12 20 0,4-5 0,16-21 0,-21 31 0,-3 5 0,-1-1 0,0 1 0,-1-1 0,1 1 0,0-1 0,-1 0 0,0 1 0,0-1 0,0 0 0,-1 0 0,1 0 0,-1 0 0,0-5 0,0 7 0,0 0 0,0 1 0,0-1 0,-1 0 0,1 0 0,-1 1 0,1-1 0,-1 0 0,1 1 0,-1-1 0,0 1 0,0-1 0,0 1 0,0-1 0,0 1 0,0-1 0,0 1 0,-1 0 0,1 0 0,0 0 0,-1-1 0,1 1 0,-1 1 0,1-1 0,-1 0 0,1 0 0,-1 0 0,0 1 0,1-1 0,-4 0 0,-16-1 0,1 1 0,-1 0 0,-27 4 0,-4-1 0,23-1 0,-47-2 0,61-3 0,15 3 0,0 1 0,0 0 0,-1 0 0,1 0 0,0-1 0,0 1 0,-1 0 0,1 0 0,0-1 0,0 1 0,0 0 0,0 0 0,-1-1 0,1 1 0,0 0 0,0 0 0,0-1 0,0 1 0,0 0 0,0-1 0,0 1 0,0 0 0,0-1 0,0 1 0,0 0 0,0-1 0,0 0 0,1 0 0,0 0 0,-1 0 0,1 1 0,-1-1 0,1 0 0,0 0 0,0 1 0,0-1 0,-1 0 0,1 1 0,0-1 0,0 0 0,0 1 0,0-1 0,0 1 0,0 0 0,0-1 0,0 1 0,0 0 0,2-1 0,20-2-107,0 1 0,0 1 1,30 1-1,-32 1-831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06D40-0E8C-424B-991F-69AF8DB1782A}" type="datetimeFigureOut">
              <a:rPr lang="en-GB" smtClean="0"/>
              <a:t>14/10/2025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14004-77EB-460B-9551-8DB9690EF2DA}" type="slidenum">
              <a:rPr lang="en-GB" smtClean="0"/>
              <a:t>‹#›</a:t>
            </a:fld>
            <a:endParaRPr lang="en-GB"/>
          </a:p>
        </p:txBody>
      </p:sp>
    </p:spTree>
    <p:extLst>
      <p:ext uri="{BB962C8B-B14F-4D97-AF65-F5344CB8AC3E}">
        <p14:creationId xmlns:p14="http://schemas.microsoft.com/office/powerpoint/2010/main" val="397106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A4B2DF-08DF-4537-8520-6A14366355B9}"/>
              </a:ext>
            </a:extLst>
          </p:cNvPr>
          <p:cNvSpPr>
            <a:spLocks noGrp="1" noChangeArrowheads="1"/>
          </p:cNvSpPr>
          <p:nvPr>
            <p:ph type="sldNum" sz="quarter" idx="5"/>
          </p:nvPr>
        </p:nvSpPr>
        <p:spPr>
          <a:ln/>
        </p:spPr>
        <p:txBody>
          <a:bodyPr/>
          <a:lstStyle/>
          <a:p>
            <a:fld id="{63B7ADFD-5DC7-482B-BFDB-FA782D46B694}" type="slidenum">
              <a:rPr lang="en-GB" altLang="en-US"/>
              <a:pPr/>
              <a:t>5</a:t>
            </a:fld>
            <a:endParaRPr lang="en-GB" altLang="en-US"/>
          </a:p>
        </p:txBody>
      </p:sp>
      <p:sp>
        <p:nvSpPr>
          <p:cNvPr id="364546" name="Rectangle 2">
            <a:extLst>
              <a:ext uri="{FF2B5EF4-FFF2-40B4-BE49-F238E27FC236}">
                <a16:creationId xmlns:a16="http://schemas.microsoft.com/office/drawing/2014/main" id="{842E732F-A2F6-4BAB-9A20-10289BBFA362}"/>
              </a:ext>
            </a:extLst>
          </p:cNvPr>
          <p:cNvSpPr>
            <a:spLocks noGrp="1" noRot="1" noChangeAspect="1" noChangeArrowheads="1" noTextEdit="1"/>
          </p:cNvSpPr>
          <p:nvPr>
            <p:ph type="sldImg"/>
          </p:nvPr>
        </p:nvSpPr>
        <p:spPr>
          <a:xfrm>
            <a:off x="387350" y="712788"/>
            <a:ext cx="6081713" cy="3421062"/>
          </a:xfrm>
          <a:ln/>
        </p:spPr>
      </p:sp>
      <p:sp>
        <p:nvSpPr>
          <p:cNvPr id="364547" name="Rectangle 3">
            <a:extLst>
              <a:ext uri="{FF2B5EF4-FFF2-40B4-BE49-F238E27FC236}">
                <a16:creationId xmlns:a16="http://schemas.microsoft.com/office/drawing/2014/main" id="{363B1692-58C0-4550-98B8-789F7D9E9E8C}"/>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4260427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A4B2DF-08DF-4537-8520-6A14366355B9}"/>
              </a:ext>
            </a:extLst>
          </p:cNvPr>
          <p:cNvSpPr>
            <a:spLocks noGrp="1" noChangeArrowheads="1"/>
          </p:cNvSpPr>
          <p:nvPr>
            <p:ph type="sldNum" sz="quarter" idx="5"/>
          </p:nvPr>
        </p:nvSpPr>
        <p:spPr>
          <a:ln/>
        </p:spPr>
        <p:txBody>
          <a:bodyPr/>
          <a:lstStyle/>
          <a:p>
            <a:fld id="{63B7ADFD-5DC7-482B-BFDB-FA782D46B694}" type="slidenum">
              <a:rPr lang="en-GB" altLang="en-US"/>
              <a:pPr/>
              <a:t>6</a:t>
            </a:fld>
            <a:endParaRPr lang="en-GB" altLang="en-US"/>
          </a:p>
        </p:txBody>
      </p:sp>
      <p:sp>
        <p:nvSpPr>
          <p:cNvPr id="364546" name="Rectangle 2">
            <a:extLst>
              <a:ext uri="{FF2B5EF4-FFF2-40B4-BE49-F238E27FC236}">
                <a16:creationId xmlns:a16="http://schemas.microsoft.com/office/drawing/2014/main" id="{842E732F-A2F6-4BAB-9A20-10289BBFA362}"/>
              </a:ext>
            </a:extLst>
          </p:cNvPr>
          <p:cNvSpPr>
            <a:spLocks noGrp="1" noRot="1" noChangeAspect="1" noChangeArrowheads="1" noTextEdit="1"/>
          </p:cNvSpPr>
          <p:nvPr>
            <p:ph type="sldImg"/>
          </p:nvPr>
        </p:nvSpPr>
        <p:spPr>
          <a:xfrm>
            <a:off x="387350" y="712788"/>
            <a:ext cx="6081713" cy="3421062"/>
          </a:xfrm>
          <a:ln/>
        </p:spPr>
      </p:sp>
      <p:sp>
        <p:nvSpPr>
          <p:cNvPr id="364547" name="Rectangle 3">
            <a:extLst>
              <a:ext uri="{FF2B5EF4-FFF2-40B4-BE49-F238E27FC236}">
                <a16:creationId xmlns:a16="http://schemas.microsoft.com/office/drawing/2014/main" id="{363B1692-58C0-4550-98B8-789F7D9E9E8C}"/>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2599161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A4B2DF-08DF-4537-8520-6A14366355B9}"/>
              </a:ext>
            </a:extLst>
          </p:cNvPr>
          <p:cNvSpPr>
            <a:spLocks noGrp="1" noChangeArrowheads="1"/>
          </p:cNvSpPr>
          <p:nvPr>
            <p:ph type="sldNum" sz="quarter" idx="5"/>
          </p:nvPr>
        </p:nvSpPr>
        <p:spPr>
          <a:ln/>
        </p:spPr>
        <p:txBody>
          <a:bodyPr/>
          <a:lstStyle/>
          <a:p>
            <a:fld id="{63B7ADFD-5DC7-482B-BFDB-FA782D46B694}" type="slidenum">
              <a:rPr lang="en-GB" altLang="en-US"/>
              <a:pPr/>
              <a:t>7</a:t>
            </a:fld>
            <a:endParaRPr lang="en-GB" altLang="en-US"/>
          </a:p>
        </p:txBody>
      </p:sp>
      <p:sp>
        <p:nvSpPr>
          <p:cNvPr id="364546" name="Rectangle 2">
            <a:extLst>
              <a:ext uri="{FF2B5EF4-FFF2-40B4-BE49-F238E27FC236}">
                <a16:creationId xmlns:a16="http://schemas.microsoft.com/office/drawing/2014/main" id="{842E732F-A2F6-4BAB-9A20-10289BBFA362}"/>
              </a:ext>
            </a:extLst>
          </p:cNvPr>
          <p:cNvSpPr>
            <a:spLocks noGrp="1" noRot="1" noChangeAspect="1" noChangeArrowheads="1" noTextEdit="1"/>
          </p:cNvSpPr>
          <p:nvPr>
            <p:ph type="sldImg"/>
          </p:nvPr>
        </p:nvSpPr>
        <p:spPr>
          <a:xfrm>
            <a:off x="387350" y="712788"/>
            <a:ext cx="6081713" cy="3421062"/>
          </a:xfrm>
          <a:ln/>
        </p:spPr>
      </p:sp>
      <p:sp>
        <p:nvSpPr>
          <p:cNvPr id="364547" name="Rectangle 3">
            <a:extLst>
              <a:ext uri="{FF2B5EF4-FFF2-40B4-BE49-F238E27FC236}">
                <a16:creationId xmlns:a16="http://schemas.microsoft.com/office/drawing/2014/main" id="{363B1692-58C0-4550-98B8-789F7D9E9E8C}"/>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1644972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A4B2DF-08DF-4537-8520-6A14366355B9}"/>
              </a:ext>
            </a:extLst>
          </p:cNvPr>
          <p:cNvSpPr>
            <a:spLocks noGrp="1" noChangeArrowheads="1"/>
          </p:cNvSpPr>
          <p:nvPr>
            <p:ph type="sldNum" sz="quarter" idx="5"/>
          </p:nvPr>
        </p:nvSpPr>
        <p:spPr>
          <a:ln/>
        </p:spPr>
        <p:txBody>
          <a:bodyPr/>
          <a:lstStyle/>
          <a:p>
            <a:fld id="{63B7ADFD-5DC7-482B-BFDB-FA782D46B694}" type="slidenum">
              <a:rPr lang="en-GB" altLang="en-US"/>
              <a:pPr/>
              <a:t>8</a:t>
            </a:fld>
            <a:endParaRPr lang="en-GB" altLang="en-US"/>
          </a:p>
        </p:txBody>
      </p:sp>
      <p:sp>
        <p:nvSpPr>
          <p:cNvPr id="364546" name="Rectangle 2">
            <a:extLst>
              <a:ext uri="{FF2B5EF4-FFF2-40B4-BE49-F238E27FC236}">
                <a16:creationId xmlns:a16="http://schemas.microsoft.com/office/drawing/2014/main" id="{842E732F-A2F6-4BAB-9A20-10289BBFA362}"/>
              </a:ext>
            </a:extLst>
          </p:cNvPr>
          <p:cNvSpPr>
            <a:spLocks noGrp="1" noRot="1" noChangeAspect="1" noChangeArrowheads="1" noTextEdit="1"/>
          </p:cNvSpPr>
          <p:nvPr>
            <p:ph type="sldImg"/>
          </p:nvPr>
        </p:nvSpPr>
        <p:spPr>
          <a:xfrm>
            <a:off x="387350" y="712788"/>
            <a:ext cx="6081713" cy="3421062"/>
          </a:xfrm>
          <a:ln/>
        </p:spPr>
      </p:sp>
      <p:sp>
        <p:nvSpPr>
          <p:cNvPr id="364547" name="Rectangle 3">
            <a:extLst>
              <a:ext uri="{FF2B5EF4-FFF2-40B4-BE49-F238E27FC236}">
                <a16:creationId xmlns:a16="http://schemas.microsoft.com/office/drawing/2014/main" id="{363B1692-58C0-4550-98B8-789F7D9E9E8C}"/>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3519454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19B7592-BD07-446A-BFCA-372602542AD6}"/>
              </a:ext>
            </a:extLst>
          </p:cNvPr>
          <p:cNvSpPr>
            <a:spLocks noGrp="1" noChangeArrowheads="1"/>
          </p:cNvSpPr>
          <p:nvPr>
            <p:ph type="sldNum" sz="quarter" idx="5"/>
          </p:nvPr>
        </p:nvSpPr>
        <p:spPr>
          <a:ln/>
        </p:spPr>
        <p:txBody>
          <a:bodyPr/>
          <a:lstStyle/>
          <a:p>
            <a:fld id="{2DF1CA0B-C648-4D6F-B784-12D620F0AA8C}" type="slidenum">
              <a:rPr lang="en-GB" altLang="en-US"/>
              <a:pPr/>
              <a:t>9</a:t>
            </a:fld>
            <a:endParaRPr lang="en-GB" altLang="en-US"/>
          </a:p>
        </p:txBody>
      </p:sp>
      <p:sp>
        <p:nvSpPr>
          <p:cNvPr id="370690" name="Rectangle 2">
            <a:extLst>
              <a:ext uri="{FF2B5EF4-FFF2-40B4-BE49-F238E27FC236}">
                <a16:creationId xmlns:a16="http://schemas.microsoft.com/office/drawing/2014/main" id="{5C184829-2A2C-48FD-8C3B-08EC3F1CF064}"/>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0691" name="Rectangle 3">
            <a:extLst>
              <a:ext uri="{FF2B5EF4-FFF2-40B4-BE49-F238E27FC236}">
                <a16:creationId xmlns:a16="http://schemas.microsoft.com/office/drawing/2014/main" id="{941AF191-3574-472E-8830-403E52164925}"/>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3</a:t>
            </a:r>
          </a:p>
        </p:txBody>
      </p:sp>
      <p:sp>
        <p:nvSpPr>
          <p:cNvPr id="370692" name="Rectangle 4">
            <a:extLst>
              <a:ext uri="{FF2B5EF4-FFF2-40B4-BE49-F238E27FC236}">
                <a16:creationId xmlns:a16="http://schemas.microsoft.com/office/drawing/2014/main" id="{0407151A-63E9-413D-8F9C-C131E368784D}"/>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0693" name="Rectangle 5">
            <a:extLst>
              <a:ext uri="{FF2B5EF4-FFF2-40B4-BE49-F238E27FC236}">
                <a16:creationId xmlns:a16="http://schemas.microsoft.com/office/drawing/2014/main" id="{02D81488-F25E-4995-90DB-CF95BC8F0E97}"/>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0694" name="Rectangle 6">
            <a:extLst>
              <a:ext uri="{FF2B5EF4-FFF2-40B4-BE49-F238E27FC236}">
                <a16:creationId xmlns:a16="http://schemas.microsoft.com/office/drawing/2014/main" id="{E296FDD2-F89E-40FC-9BAF-428F68764446}"/>
              </a:ext>
            </a:extLst>
          </p:cNvPr>
          <p:cNvSpPr>
            <a:spLocks noGrp="1" noChangeArrowheads="1"/>
          </p:cNvSpPr>
          <p:nvPr>
            <p:ph type="body" idx="1"/>
          </p:nvPr>
        </p:nvSpPr>
        <p:spPr>
          <a:ln/>
        </p:spPr>
        <p:txBody>
          <a:bodyPr lIns="92075" tIns="46038" rIns="92075" bIns="46038"/>
          <a:lstStyle/>
          <a:p>
            <a:endParaRPr lang="en-GB" altLang="en-US" noProof="1"/>
          </a:p>
        </p:txBody>
      </p:sp>
      <p:sp>
        <p:nvSpPr>
          <p:cNvPr id="370695" name="Rectangle 7">
            <a:extLst>
              <a:ext uri="{FF2B5EF4-FFF2-40B4-BE49-F238E27FC236}">
                <a16:creationId xmlns:a16="http://schemas.microsoft.com/office/drawing/2014/main" id="{4DA67FA7-46FF-4992-8C09-31EAC690B535}"/>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310943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A4B2DF-08DF-4537-8520-6A14366355B9}"/>
              </a:ext>
            </a:extLst>
          </p:cNvPr>
          <p:cNvSpPr>
            <a:spLocks noGrp="1" noChangeArrowheads="1"/>
          </p:cNvSpPr>
          <p:nvPr>
            <p:ph type="sldNum" sz="quarter" idx="5"/>
          </p:nvPr>
        </p:nvSpPr>
        <p:spPr>
          <a:ln/>
        </p:spPr>
        <p:txBody>
          <a:bodyPr/>
          <a:lstStyle/>
          <a:p>
            <a:fld id="{63B7ADFD-5DC7-482B-BFDB-FA782D46B694}" type="slidenum">
              <a:rPr lang="en-GB" altLang="en-US"/>
              <a:pPr/>
              <a:t>10</a:t>
            </a:fld>
            <a:endParaRPr lang="en-GB" altLang="en-US"/>
          </a:p>
        </p:txBody>
      </p:sp>
      <p:sp>
        <p:nvSpPr>
          <p:cNvPr id="364546" name="Rectangle 2">
            <a:extLst>
              <a:ext uri="{FF2B5EF4-FFF2-40B4-BE49-F238E27FC236}">
                <a16:creationId xmlns:a16="http://schemas.microsoft.com/office/drawing/2014/main" id="{842E732F-A2F6-4BAB-9A20-10289BBFA362}"/>
              </a:ext>
            </a:extLst>
          </p:cNvPr>
          <p:cNvSpPr>
            <a:spLocks noGrp="1" noRot="1" noChangeAspect="1" noChangeArrowheads="1" noTextEdit="1"/>
          </p:cNvSpPr>
          <p:nvPr>
            <p:ph type="sldImg"/>
          </p:nvPr>
        </p:nvSpPr>
        <p:spPr>
          <a:xfrm>
            <a:off x="387350" y="712788"/>
            <a:ext cx="6081713" cy="3421062"/>
          </a:xfrm>
          <a:ln/>
        </p:spPr>
      </p:sp>
      <p:sp>
        <p:nvSpPr>
          <p:cNvPr id="364547" name="Rectangle 3">
            <a:extLst>
              <a:ext uri="{FF2B5EF4-FFF2-40B4-BE49-F238E27FC236}">
                <a16:creationId xmlns:a16="http://schemas.microsoft.com/office/drawing/2014/main" id="{363B1692-58C0-4550-98B8-789F7D9E9E8C}"/>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556792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9E9DB9E-88E9-404D-ACC4-86496BF39B2F}"/>
              </a:ext>
            </a:extLst>
          </p:cNvPr>
          <p:cNvSpPr>
            <a:spLocks noGrp="1" noChangeArrowheads="1"/>
          </p:cNvSpPr>
          <p:nvPr>
            <p:ph type="sldNum" sz="quarter" idx="5"/>
          </p:nvPr>
        </p:nvSpPr>
        <p:spPr>
          <a:ln/>
        </p:spPr>
        <p:txBody>
          <a:bodyPr/>
          <a:lstStyle/>
          <a:p>
            <a:fld id="{928E1291-9E9D-496C-A3E1-F1B7D8BAE379}" type="slidenum">
              <a:rPr lang="en-GB" altLang="en-US"/>
              <a:pPr/>
              <a:t>11</a:t>
            </a:fld>
            <a:endParaRPr lang="en-GB" altLang="en-US"/>
          </a:p>
        </p:txBody>
      </p:sp>
      <p:sp>
        <p:nvSpPr>
          <p:cNvPr id="366594" name="Rectangle 2">
            <a:extLst>
              <a:ext uri="{FF2B5EF4-FFF2-40B4-BE49-F238E27FC236}">
                <a16:creationId xmlns:a16="http://schemas.microsoft.com/office/drawing/2014/main" id="{1AD21483-335A-4F57-81C7-C8A025102344}"/>
              </a:ext>
            </a:extLst>
          </p:cNvPr>
          <p:cNvSpPr>
            <a:spLocks noGrp="1" noRot="1" noChangeAspect="1" noChangeArrowheads="1" noTextEdit="1"/>
          </p:cNvSpPr>
          <p:nvPr>
            <p:ph type="sldImg"/>
          </p:nvPr>
        </p:nvSpPr>
        <p:spPr>
          <a:xfrm>
            <a:off x="387350" y="712788"/>
            <a:ext cx="6081713" cy="3421062"/>
          </a:xfrm>
          <a:ln/>
        </p:spPr>
      </p:sp>
      <p:sp>
        <p:nvSpPr>
          <p:cNvPr id="366595" name="Rectangle 3">
            <a:extLst>
              <a:ext uri="{FF2B5EF4-FFF2-40B4-BE49-F238E27FC236}">
                <a16:creationId xmlns:a16="http://schemas.microsoft.com/office/drawing/2014/main" id="{39E41926-8704-4FD6-B55D-FB1F35096458}"/>
              </a:ext>
            </a:extLst>
          </p:cNvPr>
          <p:cNvSpPr>
            <a:spLocks noGrp="1" noChangeArrowheads="1"/>
          </p:cNvSpPr>
          <p:nvPr>
            <p:ph type="body" idx="1"/>
          </p:nvPr>
        </p:nvSpPr>
        <p:spPr>
          <a:xfrm>
            <a:off x="914400" y="4348163"/>
            <a:ext cx="5029200" cy="4135437"/>
          </a:xfrm>
        </p:spPr>
        <p:txBody>
          <a:bodyPr/>
          <a:lstStyle/>
          <a:p>
            <a:endParaRPr lang="en-GB" altLang="en-US" noProof="1"/>
          </a:p>
        </p:txBody>
      </p:sp>
    </p:spTree>
    <p:extLst>
      <p:ext uri="{BB962C8B-B14F-4D97-AF65-F5344CB8AC3E}">
        <p14:creationId xmlns:p14="http://schemas.microsoft.com/office/powerpoint/2010/main" val="201636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F306038-590E-49F1-B15C-1E24E1CD6464}"/>
              </a:ext>
            </a:extLst>
          </p:cNvPr>
          <p:cNvSpPr>
            <a:spLocks noGrp="1" noChangeArrowheads="1"/>
          </p:cNvSpPr>
          <p:nvPr>
            <p:ph type="sldNum" sz="quarter" idx="5"/>
          </p:nvPr>
        </p:nvSpPr>
        <p:spPr>
          <a:ln/>
        </p:spPr>
        <p:txBody>
          <a:bodyPr/>
          <a:lstStyle/>
          <a:p>
            <a:fld id="{1774CDE2-0B6D-4D79-BF4F-992D4E2C099B}" type="slidenum">
              <a:rPr lang="en-GB" altLang="en-US"/>
              <a:pPr/>
              <a:t>12</a:t>
            </a:fld>
            <a:endParaRPr lang="en-GB" altLang="en-US"/>
          </a:p>
        </p:txBody>
      </p:sp>
      <p:sp>
        <p:nvSpPr>
          <p:cNvPr id="374786" name="Rectangle 2">
            <a:extLst>
              <a:ext uri="{FF2B5EF4-FFF2-40B4-BE49-F238E27FC236}">
                <a16:creationId xmlns:a16="http://schemas.microsoft.com/office/drawing/2014/main" id="{FDE36B2B-28CB-4635-966C-6946BE3E503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a:extLst>
              <a:ext uri="{FF2B5EF4-FFF2-40B4-BE49-F238E27FC236}">
                <a16:creationId xmlns:a16="http://schemas.microsoft.com/office/drawing/2014/main" id="{0F267E6C-E85A-4614-A8B5-8B0D8BB1150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74788" name="Rectangle 4">
            <a:extLst>
              <a:ext uri="{FF2B5EF4-FFF2-40B4-BE49-F238E27FC236}">
                <a16:creationId xmlns:a16="http://schemas.microsoft.com/office/drawing/2014/main" id="{7AF2355C-8CEB-46A0-8D97-3163F0D9625A}"/>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a:extLst>
              <a:ext uri="{FF2B5EF4-FFF2-40B4-BE49-F238E27FC236}">
                <a16:creationId xmlns:a16="http://schemas.microsoft.com/office/drawing/2014/main" id="{739993DE-A2AC-43D5-AD46-EA86213D1B7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a:extLst>
              <a:ext uri="{FF2B5EF4-FFF2-40B4-BE49-F238E27FC236}">
                <a16:creationId xmlns:a16="http://schemas.microsoft.com/office/drawing/2014/main" id="{8FFABCD5-ABB5-45DA-A9C3-72E018F493DB}"/>
              </a:ext>
            </a:extLst>
          </p:cNvPr>
          <p:cNvSpPr>
            <a:spLocks noGrp="1" noChangeArrowheads="1"/>
          </p:cNvSpPr>
          <p:nvPr>
            <p:ph type="body" idx="1"/>
          </p:nvPr>
        </p:nvSpPr>
        <p:spPr>
          <a:ln/>
        </p:spPr>
        <p:txBody>
          <a:bodyPr lIns="92075" tIns="46038" rIns="92075" bIns="46038"/>
          <a:lstStyle/>
          <a:p>
            <a:endParaRPr lang="en-GB" altLang="en-US" noProof="1"/>
          </a:p>
        </p:txBody>
      </p:sp>
      <p:sp>
        <p:nvSpPr>
          <p:cNvPr id="374791" name="Rectangle 7">
            <a:extLst>
              <a:ext uri="{FF2B5EF4-FFF2-40B4-BE49-F238E27FC236}">
                <a16:creationId xmlns:a16="http://schemas.microsoft.com/office/drawing/2014/main" id="{4D6ABAAD-C30D-4ED9-B332-AFA4DC31A5C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992489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F306038-590E-49F1-B15C-1E24E1CD6464}"/>
              </a:ext>
            </a:extLst>
          </p:cNvPr>
          <p:cNvSpPr>
            <a:spLocks noGrp="1" noChangeArrowheads="1"/>
          </p:cNvSpPr>
          <p:nvPr>
            <p:ph type="sldNum" sz="quarter" idx="5"/>
          </p:nvPr>
        </p:nvSpPr>
        <p:spPr>
          <a:ln/>
        </p:spPr>
        <p:txBody>
          <a:bodyPr/>
          <a:lstStyle/>
          <a:p>
            <a:fld id="{1774CDE2-0B6D-4D79-BF4F-992D4E2C099B}" type="slidenum">
              <a:rPr lang="en-GB" altLang="en-US"/>
              <a:pPr/>
              <a:t>13</a:t>
            </a:fld>
            <a:endParaRPr lang="en-GB" altLang="en-US"/>
          </a:p>
        </p:txBody>
      </p:sp>
      <p:sp>
        <p:nvSpPr>
          <p:cNvPr id="374786" name="Rectangle 2">
            <a:extLst>
              <a:ext uri="{FF2B5EF4-FFF2-40B4-BE49-F238E27FC236}">
                <a16:creationId xmlns:a16="http://schemas.microsoft.com/office/drawing/2014/main" id="{FDE36B2B-28CB-4635-966C-6946BE3E503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a:extLst>
              <a:ext uri="{FF2B5EF4-FFF2-40B4-BE49-F238E27FC236}">
                <a16:creationId xmlns:a16="http://schemas.microsoft.com/office/drawing/2014/main" id="{0F267E6C-E85A-4614-A8B5-8B0D8BB1150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74788" name="Rectangle 4">
            <a:extLst>
              <a:ext uri="{FF2B5EF4-FFF2-40B4-BE49-F238E27FC236}">
                <a16:creationId xmlns:a16="http://schemas.microsoft.com/office/drawing/2014/main" id="{7AF2355C-8CEB-46A0-8D97-3163F0D9625A}"/>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a:extLst>
              <a:ext uri="{FF2B5EF4-FFF2-40B4-BE49-F238E27FC236}">
                <a16:creationId xmlns:a16="http://schemas.microsoft.com/office/drawing/2014/main" id="{739993DE-A2AC-43D5-AD46-EA86213D1B7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a:extLst>
              <a:ext uri="{FF2B5EF4-FFF2-40B4-BE49-F238E27FC236}">
                <a16:creationId xmlns:a16="http://schemas.microsoft.com/office/drawing/2014/main" id="{8FFABCD5-ABB5-45DA-A9C3-72E018F493DB}"/>
              </a:ext>
            </a:extLst>
          </p:cNvPr>
          <p:cNvSpPr>
            <a:spLocks noGrp="1" noChangeArrowheads="1"/>
          </p:cNvSpPr>
          <p:nvPr>
            <p:ph type="body" idx="1"/>
          </p:nvPr>
        </p:nvSpPr>
        <p:spPr>
          <a:ln/>
        </p:spPr>
        <p:txBody>
          <a:bodyPr lIns="92075" tIns="46038" rIns="92075" bIns="46038"/>
          <a:lstStyle/>
          <a:p>
            <a:endParaRPr lang="en-GB" altLang="en-US" noProof="1"/>
          </a:p>
        </p:txBody>
      </p:sp>
      <p:sp>
        <p:nvSpPr>
          <p:cNvPr id="374791" name="Rectangle 7">
            <a:extLst>
              <a:ext uri="{FF2B5EF4-FFF2-40B4-BE49-F238E27FC236}">
                <a16:creationId xmlns:a16="http://schemas.microsoft.com/office/drawing/2014/main" id="{4D6ABAAD-C30D-4ED9-B332-AFA4DC31A5C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615540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7E564E9-5701-4B95-BF2C-54D06A20F6EE}"/>
              </a:ext>
            </a:extLst>
          </p:cNvPr>
          <p:cNvSpPr>
            <a:spLocks noGrp="1" noChangeArrowheads="1"/>
          </p:cNvSpPr>
          <p:nvPr>
            <p:ph type="sldNum" sz="quarter" idx="5"/>
          </p:nvPr>
        </p:nvSpPr>
        <p:spPr>
          <a:ln/>
        </p:spPr>
        <p:txBody>
          <a:bodyPr/>
          <a:lstStyle/>
          <a:p>
            <a:fld id="{3B8B6008-DD5B-4185-9EED-0634726E23DA}" type="slidenum">
              <a:rPr lang="en-GB" altLang="en-US"/>
              <a:pPr/>
              <a:t>14</a:t>
            </a:fld>
            <a:endParaRPr lang="en-GB" altLang="en-US"/>
          </a:p>
        </p:txBody>
      </p:sp>
      <p:sp>
        <p:nvSpPr>
          <p:cNvPr id="376834" name="Rectangle 2">
            <a:extLst>
              <a:ext uri="{FF2B5EF4-FFF2-40B4-BE49-F238E27FC236}">
                <a16:creationId xmlns:a16="http://schemas.microsoft.com/office/drawing/2014/main" id="{E567D1F2-0FBA-4F8C-85AC-1E8C4CB35C0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a:extLst>
              <a:ext uri="{FF2B5EF4-FFF2-40B4-BE49-F238E27FC236}">
                <a16:creationId xmlns:a16="http://schemas.microsoft.com/office/drawing/2014/main" id="{5DB9A673-40A9-4839-B2D1-7B22551463A9}"/>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76836" name="Rectangle 4">
            <a:extLst>
              <a:ext uri="{FF2B5EF4-FFF2-40B4-BE49-F238E27FC236}">
                <a16:creationId xmlns:a16="http://schemas.microsoft.com/office/drawing/2014/main" id="{7E0C0669-E29F-46BD-8C9C-BE9B958BA43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a:extLst>
              <a:ext uri="{FF2B5EF4-FFF2-40B4-BE49-F238E27FC236}">
                <a16:creationId xmlns:a16="http://schemas.microsoft.com/office/drawing/2014/main" id="{BF81D87E-A1DC-41EE-9F7D-36E70342AB8A}"/>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a:extLst>
              <a:ext uri="{FF2B5EF4-FFF2-40B4-BE49-F238E27FC236}">
                <a16:creationId xmlns:a16="http://schemas.microsoft.com/office/drawing/2014/main" id="{86BA513B-DD21-4881-91DF-304AD63B93F5}"/>
              </a:ext>
            </a:extLst>
          </p:cNvPr>
          <p:cNvSpPr>
            <a:spLocks noGrp="1" noChangeArrowheads="1"/>
          </p:cNvSpPr>
          <p:nvPr>
            <p:ph type="body" idx="1"/>
          </p:nvPr>
        </p:nvSpPr>
        <p:spPr>
          <a:ln/>
        </p:spPr>
        <p:txBody>
          <a:bodyPr lIns="92075" tIns="46038" rIns="92075" bIns="46038"/>
          <a:lstStyle/>
          <a:p>
            <a:endParaRPr lang="en-GB" altLang="en-US" noProof="1"/>
          </a:p>
        </p:txBody>
      </p:sp>
      <p:sp>
        <p:nvSpPr>
          <p:cNvPr id="376839" name="Rectangle 7">
            <a:extLst>
              <a:ext uri="{FF2B5EF4-FFF2-40B4-BE49-F238E27FC236}">
                <a16:creationId xmlns:a16="http://schemas.microsoft.com/office/drawing/2014/main" id="{349B96EB-C905-47E7-AD5F-2FEA688AF368}"/>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77050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7E564E9-5701-4B95-BF2C-54D06A20F6EE}"/>
              </a:ext>
            </a:extLst>
          </p:cNvPr>
          <p:cNvSpPr>
            <a:spLocks noGrp="1" noChangeArrowheads="1"/>
          </p:cNvSpPr>
          <p:nvPr>
            <p:ph type="sldNum" sz="quarter" idx="5"/>
          </p:nvPr>
        </p:nvSpPr>
        <p:spPr>
          <a:ln/>
        </p:spPr>
        <p:txBody>
          <a:bodyPr/>
          <a:lstStyle/>
          <a:p>
            <a:fld id="{3B8B6008-DD5B-4185-9EED-0634726E23DA}" type="slidenum">
              <a:rPr lang="en-GB" altLang="en-US"/>
              <a:pPr/>
              <a:t>15</a:t>
            </a:fld>
            <a:endParaRPr lang="en-GB" altLang="en-US"/>
          </a:p>
        </p:txBody>
      </p:sp>
      <p:sp>
        <p:nvSpPr>
          <p:cNvPr id="376834" name="Rectangle 2">
            <a:extLst>
              <a:ext uri="{FF2B5EF4-FFF2-40B4-BE49-F238E27FC236}">
                <a16:creationId xmlns:a16="http://schemas.microsoft.com/office/drawing/2014/main" id="{E567D1F2-0FBA-4F8C-85AC-1E8C4CB35C0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a:extLst>
              <a:ext uri="{FF2B5EF4-FFF2-40B4-BE49-F238E27FC236}">
                <a16:creationId xmlns:a16="http://schemas.microsoft.com/office/drawing/2014/main" id="{5DB9A673-40A9-4839-B2D1-7B22551463A9}"/>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76836" name="Rectangle 4">
            <a:extLst>
              <a:ext uri="{FF2B5EF4-FFF2-40B4-BE49-F238E27FC236}">
                <a16:creationId xmlns:a16="http://schemas.microsoft.com/office/drawing/2014/main" id="{7E0C0669-E29F-46BD-8C9C-BE9B958BA43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a:extLst>
              <a:ext uri="{FF2B5EF4-FFF2-40B4-BE49-F238E27FC236}">
                <a16:creationId xmlns:a16="http://schemas.microsoft.com/office/drawing/2014/main" id="{BF81D87E-A1DC-41EE-9F7D-36E70342AB8A}"/>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a:extLst>
              <a:ext uri="{FF2B5EF4-FFF2-40B4-BE49-F238E27FC236}">
                <a16:creationId xmlns:a16="http://schemas.microsoft.com/office/drawing/2014/main" id="{86BA513B-DD21-4881-91DF-304AD63B93F5}"/>
              </a:ext>
            </a:extLst>
          </p:cNvPr>
          <p:cNvSpPr>
            <a:spLocks noGrp="1" noChangeArrowheads="1"/>
          </p:cNvSpPr>
          <p:nvPr>
            <p:ph type="body" idx="1"/>
          </p:nvPr>
        </p:nvSpPr>
        <p:spPr>
          <a:ln/>
        </p:spPr>
        <p:txBody>
          <a:bodyPr lIns="92075" tIns="46038" rIns="92075" bIns="46038"/>
          <a:lstStyle/>
          <a:p>
            <a:endParaRPr lang="en-GB" altLang="en-US" noProof="1"/>
          </a:p>
        </p:txBody>
      </p:sp>
      <p:sp>
        <p:nvSpPr>
          <p:cNvPr id="376839" name="Rectangle 7">
            <a:extLst>
              <a:ext uri="{FF2B5EF4-FFF2-40B4-BE49-F238E27FC236}">
                <a16:creationId xmlns:a16="http://schemas.microsoft.com/office/drawing/2014/main" id="{349B96EB-C905-47E7-AD5F-2FEA688AF368}"/>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819248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7E564E9-5701-4B95-BF2C-54D06A20F6EE}"/>
              </a:ext>
            </a:extLst>
          </p:cNvPr>
          <p:cNvSpPr>
            <a:spLocks noGrp="1" noChangeArrowheads="1"/>
          </p:cNvSpPr>
          <p:nvPr>
            <p:ph type="sldNum" sz="quarter" idx="5"/>
          </p:nvPr>
        </p:nvSpPr>
        <p:spPr>
          <a:ln/>
        </p:spPr>
        <p:txBody>
          <a:bodyPr/>
          <a:lstStyle/>
          <a:p>
            <a:fld id="{3B8B6008-DD5B-4185-9EED-0634726E23DA}" type="slidenum">
              <a:rPr lang="en-GB" altLang="en-US"/>
              <a:pPr/>
              <a:t>16</a:t>
            </a:fld>
            <a:endParaRPr lang="en-GB" altLang="en-US"/>
          </a:p>
        </p:txBody>
      </p:sp>
      <p:sp>
        <p:nvSpPr>
          <p:cNvPr id="376834" name="Rectangle 2">
            <a:extLst>
              <a:ext uri="{FF2B5EF4-FFF2-40B4-BE49-F238E27FC236}">
                <a16:creationId xmlns:a16="http://schemas.microsoft.com/office/drawing/2014/main" id="{E567D1F2-0FBA-4F8C-85AC-1E8C4CB35C0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a:extLst>
              <a:ext uri="{FF2B5EF4-FFF2-40B4-BE49-F238E27FC236}">
                <a16:creationId xmlns:a16="http://schemas.microsoft.com/office/drawing/2014/main" id="{5DB9A673-40A9-4839-B2D1-7B22551463A9}"/>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76836" name="Rectangle 4">
            <a:extLst>
              <a:ext uri="{FF2B5EF4-FFF2-40B4-BE49-F238E27FC236}">
                <a16:creationId xmlns:a16="http://schemas.microsoft.com/office/drawing/2014/main" id="{7E0C0669-E29F-46BD-8C9C-BE9B958BA433}"/>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a:extLst>
              <a:ext uri="{FF2B5EF4-FFF2-40B4-BE49-F238E27FC236}">
                <a16:creationId xmlns:a16="http://schemas.microsoft.com/office/drawing/2014/main" id="{BF81D87E-A1DC-41EE-9F7D-36E70342AB8A}"/>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a:extLst>
              <a:ext uri="{FF2B5EF4-FFF2-40B4-BE49-F238E27FC236}">
                <a16:creationId xmlns:a16="http://schemas.microsoft.com/office/drawing/2014/main" id="{86BA513B-DD21-4881-91DF-304AD63B93F5}"/>
              </a:ext>
            </a:extLst>
          </p:cNvPr>
          <p:cNvSpPr>
            <a:spLocks noGrp="1" noChangeArrowheads="1"/>
          </p:cNvSpPr>
          <p:nvPr>
            <p:ph type="body" idx="1"/>
          </p:nvPr>
        </p:nvSpPr>
        <p:spPr>
          <a:ln/>
        </p:spPr>
        <p:txBody>
          <a:bodyPr lIns="92075" tIns="46038" rIns="92075" bIns="46038"/>
          <a:lstStyle/>
          <a:p>
            <a:endParaRPr lang="en-GB" altLang="en-US" noProof="1"/>
          </a:p>
        </p:txBody>
      </p:sp>
      <p:sp>
        <p:nvSpPr>
          <p:cNvPr id="376839" name="Rectangle 7">
            <a:extLst>
              <a:ext uri="{FF2B5EF4-FFF2-40B4-BE49-F238E27FC236}">
                <a16:creationId xmlns:a16="http://schemas.microsoft.com/office/drawing/2014/main" id="{349B96EB-C905-47E7-AD5F-2FEA688AF368}"/>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91134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FF53898-4062-4595-BBDA-5CBFD0C4161D}"/>
              </a:ext>
            </a:extLst>
          </p:cNvPr>
          <p:cNvSpPr>
            <a:spLocks noGrp="1" noChangeArrowheads="1"/>
          </p:cNvSpPr>
          <p:nvPr>
            <p:ph type="sldNum" sz="quarter" idx="5"/>
          </p:nvPr>
        </p:nvSpPr>
        <p:spPr>
          <a:ln/>
        </p:spPr>
        <p:txBody>
          <a:bodyPr/>
          <a:lstStyle/>
          <a:p>
            <a:fld id="{4412D116-A5A9-41B6-AF81-3744F6CB11E9}" type="slidenum">
              <a:rPr lang="en-GB" altLang="en-US"/>
              <a:pPr/>
              <a:t>17</a:t>
            </a:fld>
            <a:endParaRPr lang="en-GB" altLang="en-US"/>
          </a:p>
        </p:txBody>
      </p:sp>
      <p:sp>
        <p:nvSpPr>
          <p:cNvPr id="380930" name="Rectangle 2">
            <a:extLst>
              <a:ext uri="{FF2B5EF4-FFF2-40B4-BE49-F238E27FC236}">
                <a16:creationId xmlns:a16="http://schemas.microsoft.com/office/drawing/2014/main" id="{847C0985-A7B9-4DA3-9336-7249A5F9DCE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3F22D75C-274C-4F72-9F86-02EA8F76D51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80932" name="Rectangle 4">
            <a:extLst>
              <a:ext uri="{FF2B5EF4-FFF2-40B4-BE49-F238E27FC236}">
                <a16:creationId xmlns:a16="http://schemas.microsoft.com/office/drawing/2014/main" id="{C7183FBE-6C88-430B-ACCA-926D4218FE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2FDD3667-A63C-4A0C-936D-08480A617F0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923075AC-0868-4C97-8050-6C1DD1C719EF}"/>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7907502D-2C1D-469A-8E09-3EBA0BD161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85361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FF53898-4062-4595-BBDA-5CBFD0C4161D}"/>
              </a:ext>
            </a:extLst>
          </p:cNvPr>
          <p:cNvSpPr>
            <a:spLocks noGrp="1" noChangeArrowheads="1"/>
          </p:cNvSpPr>
          <p:nvPr>
            <p:ph type="sldNum" sz="quarter" idx="5"/>
          </p:nvPr>
        </p:nvSpPr>
        <p:spPr>
          <a:ln/>
        </p:spPr>
        <p:txBody>
          <a:bodyPr/>
          <a:lstStyle/>
          <a:p>
            <a:fld id="{4412D116-A5A9-41B6-AF81-3744F6CB11E9}" type="slidenum">
              <a:rPr lang="en-GB" altLang="en-US"/>
              <a:pPr/>
              <a:t>18</a:t>
            </a:fld>
            <a:endParaRPr lang="en-GB" altLang="en-US"/>
          </a:p>
        </p:txBody>
      </p:sp>
      <p:sp>
        <p:nvSpPr>
          <p:cNvPr id="380930" name="Rectangle 2">
            <a:extLst>
              <a:ext uri="{FF2B5EF4-FFF2-40B4-BE49-F238E27FC236}">
                <a16:creationId xmlns:a16="http://schemas.microsoft.com/office/drawing/2014/main" id="{847C0985-A7B9-4DA3-9336-7249A5F9DCE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3F22D75C-274C-4F72-9F86-02EA8F76D51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80932" name="Rectangle 4">
            <a:extLst>
              <a:ext uri="{FF2B5EF4-FFF2-40B4-BE49-F238E27FC236}">
                <a16:creationId xmlns:a16="http://schemas.microsoft.com/office/drawing/2014/main" id="{C7183FBE-6C88-430B-ACCA-926D4218FE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2FDD3667-A63C-4A0C-936D-08480A617F0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923075AC-0868-4C97-8050-6C1DD1C719EF}"/>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7907502D-2C1D-469A-8E09-3EBA0BD161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509194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FF53898-4062-4595-BBDA-5CBFD0C4161D}"/>
              </a:ext>
            </a:extLst>
          </p:cNvPr>
          <p:cNvSpPr>
            <a:spLocks noGrp="1" noChangeArrowheads="1"/>
          </p:cNvSpPr>
          <p:nvPr>
            <p:ph type="sldNum" sz="quarter" idx="5"/>
          </p:nvPr>
        </p:nvSpPr>
        <p:spPr>
          <a:ln/>
        </p:spPr>
        <p:txBody>
          <a:bodyPr/>
          <a:lstStyle/>
          <a:p>
            <a:fld id="{4412D116-A5A9-41B6-AF81-3744F6CB11E9}" type="slidenum">
              <a:rPr lang="en-GB" altLang="en-US"/>
              <a:pPr/>
              <a:t>19</a:t>
            </a:fld>
            <a:endParaRPr lang="en-GB" altLang="en-US"/>
          </a:p>
        </p:txBody>
      </p:sp>
      <p:sp>
        <p:nvSpPr>
          <p:cNvPr id="380930" name="Rectangle 2">
            <a:extLst>
              <a:ext uri="{FF2B5EF4-FFF2-40B4-BE49-F238E27FC236}">
                <a16:creationId xmlns:a16="http://schemas.microsoft.com/office/drawing/2014/main" id="{847C0985-A7B9-4DA3-9336-7249A5F9DCE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3F22D75C-274C-4F72-9F86-02EA8F76D51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80932" name="Rectangle 4">
            <a:extLst>
              <a:ext uri="{FF2B5EF4-FFF2-40B4-BE49-F238E27FC236}">
                <a16:creationId xmlns:a16="http://schemas.microsoft.com/office/drawing/2014/main" id="{C7183FBE-6C88-430B-ACCA-926D4218FE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2FDD3667-A63C-4A0C-936D-08480A617F0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923075AC-0868-4C97-8050-6C1DD1C719EF}"/>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7907502D-2C1D-469A-8E09-3EBA0BD161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345296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FF53898-4062-4595-BBDA-5CBFD0C4161D}"/>
              </a:ext>
            </a:extLst>
          </p:cNvPr>
          <p:cNvSpPr>
            <a:spLocks noGrp="1" noChangeArrowheads="1"/>
          </p:cNvSpPr>
          <p:nvPr>
            <p:ph type="sldNum" sz="quarter" idx="5"/>
          </p:nvPr>
        </p:nvSpPr>
        <p:spPr>
          <a:ln/>
        </p:spPr>
        <p:txBody>
          <a:bodyPr/>
          <a:lstStyle/>
          <a:p>
            <a:fld id="{4412D116-A5A9-41B6-AF81-3744F6CB11E9}" type="slidenum">
              <a:rPr lang="en-GB" altLang="en-US"/>
              <a:pPr/>
              <a:t>20</a:t>
            </a:fld>
            <a:endParaRPr lang="en-GB" altLang="en-US"/>
          </a:p>
        </p:txBody>
      </p:sp>
      <p:sp>
        <p:nvSpPr>
          <p:cNvPr id="380930" name="Rectangle 2">
            <a:extLst>
              <a:ext uri="{FF2B5EF4-FFF2-40B4-BE49-F238E27FC236}">
                <a16:creationId xmlns:a16="http://schemas.microsoft.com/office/drawing/2014/main" id="{847C0985-A7B9-4DA3-9336-7249A5F9DCE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3F22D75C-274C-4F72-9F86-02EA8F76D51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80932" name="Rectangle 4">
            <a:extLst>
              <a:ext uri="{FF2B5EF4-FFF2-40B4-BE49-F238E27FC236}">
                <a16:creationId xmlns:a16="http://schemas.microsoft.com/office/drawing/2014/main" id="{C7183FBE-6C88-430B-ACCA-926D4218FE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2FDD3667-A63C-4A0C-936D-08480A617F0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923075AC-0868-4C97-8050-6C1DD1C719EF}"/>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7907502D-2C1D-469A-8E09-3EBA0BD161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905252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FF53898-4062-4595-BBDA-5CBFD0C4161D}"/>
              </a:ext>
            </a:extLst>
          </p:cNvPr>
          <p:cNvSpPr>
            <a:spLocks noGrp="1" noChangeArrowheads="1"/>
          </p:cNvSpPr>
          <p:nvPr>
            <p:ph type="sldNum" sz="quarter" idx="5"/>
          </p:nvPr>
        </p:nvSpPr>
        <p:spPr>
          <a:ln/>
        </p:spPr>
        <p:txBody>
          <a:bodyPr/>
          <a:lstStyle/>
          <a:p>
            <a:fld id="{4412D116-A5A9-41B6-AF81-3744F6CB11E9}" type="slidenum">
              <a:rPr lang="en-GB" altLang="en-US"/>
              <a:pPr/>
              <a:t>21</a:t>
            </a:fld>
            <a:endParaRPr lang="en-GB" altLang="en-US"/>
          </a:p>
        </p:txBody>
      </p:sp>
      <p:sp>
        <p:nvSpPr>
          <p:cNvPr id="380930" name="Rectangle 2">
            <a:extLst>
              <a:ext uri="{FF2B5EF4-FFF2-40B4-BE49-F238E27FC236}">
                <a16:creationId xmlns:a16="http://schemas.microsoft.com/office/drawing/2014/main" id="{847C0985-A7B9-4DA3-9336-7249A5F9DCE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3F22D75C-274C-4F72-9F86-02EA8F76D51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80932" name="Rectangle 4">
            <a:extLst>
              <a:ext uri="{FF2B5EF4-FFF2-40B4-BE49-F238E27FC236}">
                <a16:creationId xmlns:a16="http://schemas.microsoft.com/office/drawing/2014/main" id="{C7183FBE-6C88-430B-ACCA-926D4218FE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2FDD3667-A63C-4A0C-936D-08480A617F0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923075AC-0868-4C97-8050-6C1DD1C719EF}"/>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7907502D-2C1D-469A-8E09-3EBA0BD161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506263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FF53898-4062-4595-BBDA-5CBFD0C4161D}"/>
              </a:ext>
            </a:extLst>
          </p:cNvPr>
          <p:cNvSpPr>
            <a:spLocks noGrp="1" noChangeArrowheads="1"/>
          </p:cNvSpPr>
          <p:nvPr>
            <p:ph type="sldNum" sz="quarter" idx="5"/>
          </p:nvPr>
        </p:nvSpPr>
        <p:spPr>
          <a:ln/>
        </p:spPr>
        <p:txBody>
          <a:bodyPr/>
          <a:lstStyle/>
          <a:p>
            <a:fld id="{4412D116-A5A9-41B6-AF81-3744F6CB11E9}" type="slidenum">
              <a:rPr lang="en-GB" altLang="en-US"/>
              <a:pPr/>
              <a:t>22</a:t>
            </a:fld>
            <a:endParaRPr lang="en-GB" altLang="en-US"/>
          </a:p>
        </p:txBody>
      </p:sp>
      <p:sp>
        <p:nvSpPr>
          <p:cNvPr id="380930" name="Rectangle 2">
            <a:extLst>
              <a:ext uri="{FF2B5EF4-FFF2-40B4-BE49-F238E27FC236}">
                <a16:creationId xmlns:a16="http://schemas.microsoft.com/office/drawing/2014/main" id="{847C0985-A7B9-4DA3-9336-7249A5F9DCE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3F22D75C-274C-4F72-9F86-02EA8F76D51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80932" name="Rectangle 4">
            <a:extLst>
              <a:ext uri="{FF2B5EF4-FFF2-40B4-BE49-F238E27FC236}">
                <a16:creationId xmlns:a16="http://schemas.microsoft.com/office/drawing/2014/main" id="{C7183FBE-6C88-430B-ACCA-926D4218FEC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2FDD3667-A63C-4A0C-936D-08480A617F0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923075AC-0868-4C97-8050-6C1DD1C719EF}"/>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7907502D-2C1D-469A-8E09-3EBA0BD1616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820116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35F1E5A-924D-4EEE-BAE1-F50545FBC641}"/>
              </a:ext>
            </a:extLst>
          </p:cNvPr>
          <p:cNvSpPr>
            <a:spLocks noGrp="1" noChangeArrowheads="1"/>
          </p:cNvSpPr>
          <p:nvPr>
            <p:ph type="sldNum" sz="quarter" idx="5"/>
          </p:nvPr>
        </p:nvSpPr>
        <p:spPr>
          <a:ln/>
        </p:spPr>
        <p:txBody>
          <a:bodyPr/>
          <a:lstStyle/>
          <a:p>
            <a:fld id="{C948BA95-9503-4299-8208-E21F5E7D68FB}" type="slidenum">
              <a:rPr lang="en-GB" altLang="en-US"/>
              <a:pPr/>
              <a:t>23</a:t>
            </a:fld>
            <a:endParaRPr lang="en-GB" altLang="en-US"/>
          </a:p>
        </p:txBody>
      </p:sp>
      <p:sp>
        <p:nvSpPr>
          <p:cNvPr id="378882" name="Rectangle 2">
            <a:extLst>
              <a:ext uri="{FF2B5EF4-FFF2-40B4-BE49-F238E27FC236}">
                <a16:creationId xmlns:a16="http://schemas.microsoft.com/office/drawing/2014/main" id="{0F68BF3A-8039-44FD-8595-C4AF96D02843}"/>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a:extLst>
              <a:ext uri="{FF2B5EF4-FFF2-40B4-BE49-F238E27FC236}">
                <a16:creationId xmlns:a16="http://schemas.microsoft.com/office/drawing/2014/main" id="{D1428074-B567-4F4B-9C7C-7D251B4F25F1}"/>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78884" name="Rectangle 4">
            <a:extLst>
              <a:ext uri="{FF2B5EF4-FFF2-40B4-BE49-F238E27FC236}">
                <a16:creationId xmlns:a16="http://schemas.microsoft.com/office/drawing/2014/main" id="{0910C425-B787-4F25-832A-C1B745D5121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a:extLst>
              <a:ext uri="{FF2B5EF4-FFF2-40B4-BE49-F238E27FC236}">
                <a16:creationId xmlns:a16="http://schemas.microsoft.com/office/drawing/2014/main" id="{EC4831E3-B8E9-4D3D-B0E7-7392121B3510}"/>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a:extLst>
              <a:ext uri="{FF2B5EF4-FFF2-40B4-BE49-F238E27FC236}">
                <a16:creationId xmlns:a16="http://schemas.microsoft.com/office/drawing/2014/main" id="{3766370F-FA44-42D6-AFBB-AEAA2C64083A}"/>
              </a:ext>
            </a:extLst>
          </p:cNvPr>
          <p:cNvSpPr>
            <a:spLocks noGrp="1" noChangeArrowheads="1"/>
          </p:cNvSpPr>
          <p:nvPr>
            <p:ph type="body" idx="1"/>
          </p:nvPr>
        </p:nvSpPr>
        <p:spPr>
          <a:ln/>
        </p:spPr>
        <p:txBody>
          <a:bodyPr lIns="92075" tIns="46038" rIns="92075" bIns="46038"/>
          <a:lstStyle/>
          <a:p>
            <a:endParaRPr lang="en-GB" altLang="en-US" noProof="1"/>
          </a:p>
        </p:txBody>
      </p:sp>
      <p:sp>
        <p:nvSpPr>
          <p:cNvPr id="378887" name="Rectangle 7">
            <a:extLst>
              <a:ext uri="{FF2B5EF4-FFF2-40B4-BE49-F238E27FC236}">
                <a16:creationId xmlns:a16="http://schemas.microsoft.com/office/drawing/2014/main" id="{E817B082-72E7-44AE-9420-8B1632A6D092}"/>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128041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35F1E5A-924D-4EEE-BAE1-F50545FBC641}"/>
              </a:ext>
            </a:extLst>
          </p:cNvPr>
          <p:cNvSpPr>
            <a:spLocks noGrp="1" noChangeArrowheads="1"/>
          </p:cNvSpPr>
          <p:nvPr>
            <p:ph type="sldNum" sz="quarter" idx="5"/>
          </p:nvPr>
        </p:nvSpPr>
        <p:spPr>
          <a:ln/>
        </p:spPr>
        <p:txBody>
          <a:bodyPr/>
          <a:lstStyle/>
          <a:p>
            <a:fld id="{C948BA95-9503-4299-8208-E21F5E7D68FB}" type="slidenum">
              <a:rPr lang="en-GB" altLang="en-US"/>
              <a:pPr/>
              <a:t>24</a:t>
            </a:fld>
            <a:endParaRPr lang="en-GB" altLang="en-US"/>
          </a:p>
        </p:txBody>
      </p:sp>
      <p:sp>
        <p:nvSpPr>
          <p:cNvPr id="378882" name="Rectangle 2">
            <a:extLst>
              <a:ext uri="{FF2B5EF4-FFF2-40B4-BE49-F238E27FC236}">
                <a16:creationId xmlns:a16="http://schemas.microsoft.com/office/drawing/2014/main" id="{0F68BF3A-8039-44FD-8595-C4AF96D02843}"/>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a:extLst>
              <a:ext uri="{FF2B5EF4-FFF2-40B4-BE49-F238E27FC236}">
                <a16:creationId xmlns:a16="http://schemas.microsoft.com/office/drawing/2014/main" id="{D1428074-B567-4F4B-9C7C-7D251B4F25F1}"/>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78884" name="Rectangle 4">
            <a:extLst>
              <a:ext uri="{FF2B5EF4-FFF2-40B4-BE49-F238E27FC236}">
                <a16:creationId xmlns:a16="http://schemas.microsoft.com/office/drawing/2014/main" id="{0910C425-B787-4F25-832A-C1B745D5121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a:extLst>
              <a:ext uri="{FF2B5EF4-FFF2-40B4-BE49-F238E27FC236}">
                <a16:creationId xmlns:a16="http://schemas.microsoft.com/office/drawing/2014/main" id="{EC4831E3-B8E9-4D3D-B0E7-7392121B3510}"/>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a:extLst>
              <a:ext uri="{FF2B5EF4-FFF2-40B4-BE49-F238E27FC236}">
                <a16:creationId xmlns:a16="http://schemas.microsoft.com/office/drawing/2014/main" id="{3766370F-FA44-42D6-AFBB-AEAA2C64083A}"/>
              </a:ext>
            </a:extLst>
          </p:cNvPr>
          <p:cNvSpPr>
            <a:spLocks noGrp="1" noChangeArrowheads="1"/>
          </p:cNvSpPr>
          <p:nvPr>
            <p:ph type="body" idx="1"/>
          </p:nvPr>
        </p:nvSpPr>
        <p:spPr>
          <a:ln/>
        </p:spPr>
        <p:txBody>
          <a:bodyPr lIns="92075" tIns="46038" rIns="92075" bIns="46038"/>
          <a:lstStyle/>
          <a:p>
            <a:endParaRPr lang="en-GB" altLang="en-US" noProof="1"/>
          </a:p>
        </p:txBody>
      </p:sp>
      <p:sp>
        <p:nvSpPr>
          <p:cNvPr id="378887" name="Rectangle 7">
            <a:extLst>
              <a:ext uri="{FF2B5EF4-FFF2-40B4-BE49-F238E27FC236}">
                <a16:creationId xmlns:a16="http://schemas.microsoft.com/office/drawing/2014/main" id="{E817B082-72E7-44AE-9420-8B1632A6D092}"/>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524859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8852231-1F59-4DB3-89CC-3ACC89781141}"/>
              </a:ext>
            </a:extLst>
          </p:cNvPr>
          <p:cNvSpPr>
            <a:spLocks noGrp="1" noChangeArrowheads="1"/>
          </p:cNvSpPr>
          <p:nvPr>
            <p:ph type="sldNum" sz="quarter" idx="5"/>
          </p:nvPr>
        </p:nvSpPr>
        <p:spPr>
          <a:ln/>
        </p:spPr>
        <p:txBody>
          <a:bodyPr/>
          <a:lstStyle/>
          <a:p>
            <a:fld id="{CAC533CC-F1BE-46B6-A913-E1A31663AA7A}" type="slidenum">
              <a:rPr lang="en-GB" altLang="en-US"/>
              <a:pPr/>
              <a:t>25</a:t>
            </a:fld>
            <a:endParaRPr lang="en-GB" altLang="en-US"/>
          </a:p>
        </p:txBody>
      </p:sp>
      <p:sp>
        <p:nvSpPr>
          <p:cNvPr id="393218" name="Rectangle 2">
            <a:extLst>
              <a:ext uri="{FF2B5EF4-FFF2-40B4-BE49-F238E27FC236}">
                <a16:creationId xmlns:a16="http://schemas.microsoft.com/office/drawing/2014/main" id="{7002C5CD-F3B9-4D5B-A46D-E8E2192EFBB9}"/>
              </a:ext>
            </a:extLst>
          </p:cNvPr>
          <p:cNvSpPr>
            <a:spLocks noGrp="1" noRot="1" noChangeAspect="1" noChangeArrowheads="1" noTextEdit="1"/>
          </p:cNvSpPr>
          <p:nvPr>
            <p:ph type="sldImg"/>
          </p:nvPr>
        </p:nvSpPr>
        <p:spPr>
          <a:ln/>
        </p:spPr>
      </p:sp>
      <p:sp>
        <p:nvSpPr>
          <p:cNvPr id="393219" name="Rectangle 3">
            <a:extLst>
              <a:ext uri="{FF2B5EF4-FFF2-40B4-BE49-F238E27FC236}">
                <a16:creationId xmlns:a16="http://schemas.microsoft.com/office/drawing/2014/main" id="{7908ACA4-3F4B-4713-BD86-B6B8C5C5ADC2}"/>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4173934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EB6397D5-55DE-4597-8219-4979BE36174B}"/>
              </a:ext>
            </a:extLst>
          </p:cNvPr>
          <p:cNvSpPr>
            <a:spLocks noGrp="1" noChangeArrowheads="1"/>
          </p:cNvSpPr>
          <p:nvPr>
            <p:ph type="sldNum" sz="quarter" idx="5"/>
          </p:nvPr>
        </p:nvSpPr>
        <p:spPr>
          <a:ln/>
        </p:spPr>
        <p:txBody>
          <a:bodyPr/>
          <a:lstStyle/>
          <a:p>
            <a:fld id="{AC914001-8D73-45EE-B2EC-BA6ACD3DC225}" type="slidenum">
              <a:rPr lang="en-GB" altLang="en-US"/>
              <a:pPr/>
              <a:t>26</a:t>
            </a:fld>
            <a:endParaRPr lang="en-GB" altLang="en-US"/>
          </a:p>
        </p:txBody>
      </p:sp>
      <p:sp>
        <p:nvSpPr>
          <p:cNvPr id="397314" name="Rectangle 7">
            <a:extLst>
              <a:ext uri="{FF2B5EF4-FFF2-40B4-BE49-F238E27FC236}">
                <a16:creationId xmlns:a16="http://schemas.microsoft.com/office/drawing/2014/main" id="{B61A844C-9891-45EF-8D2D-C8D46709853B}"/>
              </a:ext>
            </a:extLst>
          </p:cNvPr>
          <p:cNvSpPr txBox="1">
            <a:spLocks noGrp="1" noChangeArrowheads="1"/>
          </p:cNvSpPr>
          <p:nvPr/>
        </p:nvSpPr>
        <p:spPr bwMode="auto">
          <a:xfrm>
            <a:off x="3886200" y="8696325"/>
            <a:ext cx="2971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3FCA53ED-AF71-4F04-8B81-69A1116F4AA7}" type="slidenum">
              <a:rPr lang="en-GB" altLang="en-US" sz="1200"/>
              <a:pPr algn="r"/>
              <a:t>26</a:t>
            </a:fld>
            <a:endParaRPr lang="en-GB" altLang="en-US" sz="1200"/>
          </a:p>
        </p:txBody>
      </p:sp>
      <p:sp>
        <p:nvSpPr>
          <p:cNvPr id="397315" name="Rectangle 2">
            <a:extLst>
              <a:ext uri="{FF2B5EF4-FFF2-40B4-BE49-F238E27FC236}">
                <a16:creationId xmlns:a16="http://schemas.microsoft.com/office/drawing/2014/main" id="{266466F2-1F20-49D2-A3E4-707E2122131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a:p>
        </p:txBody>
      </p:sp>
      <p:sp>
        <p:nvSpPr>
          <p:cNvPr id="397316" name="Rectangle 3">
            <a:extLst>
              <a:ext uri="{FF2B5EF4-FFF2-40B4-BE49-F238E27FC236}">
                <a16:creationId xmlns:a16="http://schemas.microsoft.com/office/drawing/2014/main" id="{51A4E7B6-1D8E-4C73-8510-6CD346D2047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97317" name="Rectangle 4">
            <a:extLst>
              <a:ext uri="{FF2B5EF4-FFF2-40B4-BE49-F238E27FC236}">
                <a16:creationId xmlns:a16="http://schemas.microsoft.com/office/drawing/2014/main" id="{4855DCDF-E2B5-4217-8391-07220A92272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a:p>
        </p:txBody>
      </p:sp>
      <p:sp>
        <p:nvSpPr>
          <p:cNvPr id="397318" name="Rectangle 5">
            <a:extLst>
              <a:ext uri="{FF2B5EF4-FFF2-40B4-BE49-F238E27FC236}">
                <a16:creationId xmlns:a16="http://schemas.microsoft.com/office/drawing/2014/main" id="{3E5139B1-F8C1-4D23-B2ED-561A439814F5}"/>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a:p>
        </p:txBody>
      </p:sp>
      <p:sp>
        <p:nvSpPr>
          <p:cNvPr id="397319" name="Rectangle 6">
            <a:extLst>
              <a:ext uri="{FF2B5EF4-FFF2-40B4-BE49-F238E27FC236}">
                <a16:creationId xmlns:a16="http://schemas.microsoft.com/office/drawing/2014/main" id="{CD87CC2A-51A1-4EB8-B23F-A27838450E51}"/>
              </a:ext>
            </a:extLst>
          </p:cNvPr>
          <p:cNvSpPr>
            <a:spLocks noGrp="1" noChangeArrowheads="1"/>
          </p:cNvSpPr>
          <p:nvPr>
            <p:ph type="body" idx="1"/>
          </p:nvPr>
        </p:nvSpPr>
        <p:spPr>
          <a:noFill/>
        </p:spPr>
        <p:txBody>
          <a:bodyPr lIns="92075" tIns="46038" rIns="92075" bIns="46038"/>
          <a:lstStyle/>
          <a:p>
            <a:endParaRPr lang="en-US" altLang="en-US"/>
          </a:p>
        </p:txBody>
      </p:sp>
      <p:sp>
        <p:nvSpPr>
          <p:cNvPr id="397320" name="Rectangle 7">
            <a:extLst>
              <a:ext uri="{FF2B5EF4-FFF2-40B4-BE49-F238E27FC236}">
                <a16:creationId xmlns:a16="http://schemas.microsoft.com/office/drawing/2014/main" id="{FACAAE4F-D3C7-44A7-A1B9-4CFCCB04A2F4}"/>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25395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EB6397D5-55DE-4597-8219-4979BE36174B}"/>
              </a:ext>
            </a:extLst>
          </p:cNvPr>
          <p:cNvSpPr>
            <a:spLocks noGrp="1" noChangeArrowheads="1"/>
          </p:cNvSpPr>
          <p:nvPr>
            <p:ph type="sldNum" sz="quarter" idx="5"/>
          </p:nvPr>
        </p:nvSpPr>
        <p:spPr>
          <a:ln/>
        </p:spPr>
        <p:txBody>
          <a:bodyPr/>
          <a:lstStyle/>
          <a:p>
            <a:fld id="{AC914001-8D73-45EE-B2EC-BA6ACD3DC225}" type="slidenum">
              <a:rPr lang="en-GB" altLang="en-US"/>
              <a:pPr/>
              <a:t>27</a:t>
            </a:fld>
            <a:endParaRPr lang="en-GB" altLang="en-US"/>
          </a:p>
        </p:txBody>
      </p:sp>
      <p:sp>
        <p:nvSpPr>
          <p:cNvPr id="397314" name="Rectangle 7">
            <a:extLst>
              <a:ext uri="{FF2B5EF4-FFF2-40B4-BE49-F238E27FC236}">
                <a16:creationId xmlns:a16="http://schemas.microsoft.com/office/drawing/2014/main" id="{B61A844C-9891-45EF-8D2D-C8D46709853B}"/>
              </a:ext>
            </a:extLst>
          </p:cNvPr>
          <p:cNvSpPr txBox="1">
            <a:spLocks noGrp="1" noChangeArrowheads="1"/>
          </p:cNvSpPr>
          <p:nvPr/>
        </p:nvSpPr>
        <p:spPr bwMode="auto">
          <a:xfrm>
            <a:off x="3886200" y="8696325"/>
            <a:ext cx="2971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3FCA53ED-AF71-4F04-8B81-69A1116F4AA7}" type="slidenum">
              <a:rPr lang="en-GB" altLang="en-US" sz="1200"/>
              <a:pPr algn="r"/>
              <a:t>27</a:t>
            </a:fld>
            <a:endParaRPr lang="en-GB" altLang="en-US" sz="1200"/>
          </a:p>
        </p:txBody>
      </p:sp>
      <p:sp>
        <p:nvSpPr>
          <p:cNvPr id="397315" name="Rectangle 2">
            <a:extLst>
              <a:ext uri="{FF2B5EF4-FFF2-40B4-BE49-F238E27FC236}">
                <a16:creationId xmlns:a16="http://schemas.microsoft.com/office/drawing/2014/main" id="{266466F2-1F20-49D2-A3E4-707E2122131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a:p>
        </p:txBody>
      </p:sp>
      <p:sp>
        <p:nvSpPr>
          <p:cNvPr id="397316" name="Rectangle 3">
            <a:extLst>
              <a:ext uri="{FF2B5EF4-FFF2-40B4-BE49-F238E27FC236}">
                <a16:creationId xmlns:a16="http://schemas.microsoft.com/office/drawing/2014/main" id="{51A4E7B6-1D8E-4C73-8510-6CD346D2047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397317" name="Rectangle 4">
            <a:extLst>
              <a:ext uri="{FF2B5EF4-FFF2-40B4-BE49-F238E27FC236}">
                <a16:creationId xmlns:a16="http://schemas.microsoft.com/office/drawing/2014/main" id="{4855DCDF-E2B5-4217-8391-07220A922722}"/>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a:p>
        </p:txBody>
      </p:sp>
      <p:sp>
        <p:nvSpPr>
          <p:cNvPr id="397318" name="Rectangle 5">
            <a:extLst>
              <a:ext uri="{FF2B5EF4-FFF2-40B4-BE49-F238E27FC236}">
                <a16:creationId xmlns:a16="http://schemas.microsoft.com/office/drawing/2014/main" id="{3E5139B1-F8C1-4D23-B2ED-561A439814F5}"/>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b="1"/>
          </a:p>
        </p:txBody>
      </p:sp>
      <p:sp>
        <p:nvSpPr>
          <p:cNvPr id="397319" name="Rectangle 6">
            <a:extLst>
              <a:ext uri="{FF2B5EF4-FFF2-40B4-BE49-F238E27FC236}">
                <a16:creationId xmlns:a16="http://schemas.microsoft.com/office/drawing/2014/main" id="{CD87CC2A-51A1-4EB8-B23F-A27838450E51}"/>
              </a:ext>
            </a:extLst>
          </p:cNvPr>
          <p:cNvSpPr>
            <a:spLocks noGrp="1" noChangeArrowheads="1"/>
          </p:cNvSpPr>
          <p:nvPr>
            <p:ph type="body" idx="1"/>
          </p:nvPr>
        </p:nvSpPr>
        <p:spPr>
          <a:noFill/>
        </p:spPr>
        <p:txBody>
          <a:bodyPr lIns="92075" tIns="46038" rIns="92075" bIns="46038"/>
          <a:lstStyle/>
          <a:p>
            <a:endParaRPr lang="en-US" altLang="en-US"/>
          </a:p>
        </p:txBody>
      </p:sp>
      <p:sp>
        <p:nvSpPr>
          <p:cNvPr id="397320" name="Rectangle 7">
            <a:extLst>
              <a:ext uri="{FF2B5EF4-FFF2-40B4-BE49-F238E27FC236}">
                <a16:creationId xmlns:a16="http://schemas.microsoft.com/office/drawing/2014/main" id="{FACAAE4F-D3C7-44A7-A1B9-4CFCCB04A2F4}"/>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2705445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CA0C00-BD91-4DA9-84EE-D429F1BBD287}"/>
              </a:ext>
            </a:extLst>
          </p:cNvPr>
          <p:cNvSpPr>
            <a:spLocks noGrp="1" noChangeArrowheads="1"/>
          </p:cNvSpPr>
          <p:nvPr>
            <p:ph type="sldNum" sz="quarter" idx="5"/>
          </p:nvPr>
        </p:nvSpPr>
        <p:spPr>
          <a:ln/>
        </p:spPr>
        <p:txBody>
          <a:bodyPr/>
          <a:lstStyle/>
          <a:p>
            <a:fld id="{18117811-0C62-4DFA-BDEA-253B77F755CB}" type="slidenum">
              <a:rPr lang="en-GB" altLang="en-US"/>
              <a:pPr/>
              <a:t>28</a:t>
            </a:fld>
            <a:endParaRPr lang="en-GB" altLang="en-US"/>
          </a:p>
        </p:txBody>
      </p:sp>
      <p:sp>
        <p:nvSpPr>
          <p:cNvPr id="409602" name="Rectangle 2">
            <a:extLst>
              <a:ext uri="{FF2B5EF4-FFF2-40B4-BE49-F238E27FC236}">
                <a16:creationId xmlns:a16="http://schemas.microsoft.com/office/drawing/2014/main" id="{86119ED2-58BC-433B-AEAE-13F1EA401FCC}"/>
              </a:ext>
            </a:extLst>
          </p:cNvPr>
          <p:cNvSpPr>
            <a:spLocks noGrp="1" noRot="1" noChangeAspect="1" noChangeArrowheads="1" noTextEdit="1"/>
          </p:cNvSpPr>
          <p:nvPr>
            <p:ph type="sldImg"/>
          </p:nvPr>
        </p:nvSpPr>
        <p:spPr>
          <a:ln/>
        </p:spPr>
      </p:sp>
      <p:sp>
        <p:nvSpPr>
          <p:cNvPr id="409603" name="Rectangle 3">
            <a:extLst>
              <a:ext uri="{FF2B5EF4-FFF2-40B4-BE49-F238E27FC236}">
                <a16:creationId xmlns:a16="http://schemas.microsoft.com/office/drawing/2014/main" id="{EFC56ADD-DD41-4087-B592-50E71D3BEB15}"/>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042152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1969285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00">
                <a:latin typeface="Calibri" panose="020F0502020204030204" pitchFamily="34" charset="0"/>
                <a:ea typeface="Verdana" panose="020B0604030504040204" pitchFamily="34" charset="0"/>
                <a:cs typeface="Verdana" panose="020B0604030504040204" pitchFamily="34" charset="0"/>
              </a:rPr>
              <a:t>Luxury/necessity (diamonds elastic/ salt inelastic) </a:t>
            </a:r>
          </a:p>
          <a:p>
            <a:r>
              <a:rPr lang="en-GB" sz="1000">
                <a:latin typeface="Calibri" panose="020F0502020204030204" pitchFamily="34" charset="0"/>
                <a:ea typeface="Verdana" panose="020B0604030504040204" pitchFamily="34" charset="0"/>
                <a:cs typeface="Verdana" panose="020B0604030504040204" pitchFamily="34" charset="0"/>
              </a:rPr>
              <a:t>Closeness of substitutes (ferries/buses) – the closer the substitute the more elastic</a:t>
            </a:r>
          </a:p>
          <a:p>
            <a:r>
              <a:rPr lang="en-GB" sz="1000">
                <a:latin typeface="Calibri" panose="020F0502020204030204" pitchFamily="34" charset="0"/>
                <a:ea typeface="Verdana" panose="020B0604030504040204" pitchFamily="34" charset="0"/>
                <a:cs typeface="Verdana" panose="020B0604030504040204" pitchFamily="34" charset="0"/>
              </a:rPr>
              <a:t>Proportion of income (matches/houses) high % of income = elastic, low % of income inelastic</a:t>
            </a:r>
          </a:p>
          <a:p>
            <a:r>
              <a:rPr lang="en-GB" sz="1000">
                <a:latin typeface="Calibri" panose="020F0502020204030204" pitchFamily="34" charset="0"/>
                <a:ea typeface="Verdana" panose="020B0604030504040204" pitchFamily="34" charset="0"/>
                <a:cs typeface="Verdana" panose="020B0604030504040204" pitchFamily="34" charset="0"/>
              </a:rPr>
              <a:t>Short or Long Run – short run more inelastic, long run more elastic</a:t>
            </a:r>
          </a:p>
          <a:p>
            <a:r>
              <a:rPr lang="en-GB" sz="1000">
                <a:latin typeface="Calibri" panose="020F0502020204030204" pitchFamily="34" charset="0"/>
                <a:ea typeface="Verdana" panose="020B0604030504040204" pitchFamily="34" charset="0"/>
                <a:cs typeface="Verdana" panose="020B0604030504040204" pitchFamily="34" charset="0"/>
              </a:rPr>
              <a:t>Habit forming goods like cigarettes are inelastic</a:t>
            </a:r>
          </a:p>
          <a:p>
            <a:endParaRPr lang="en-GB" sz="1000">
              <a:latin typeface="Calibri" panose="020F0502020204030204" pitchFamily="34" charset="0"/>
              <a:ea typeface="Verdana" panose="020B0604030504040204" pitchFamily="34" charset="0"/>
              <a:cs typeface="Verdana" panose="020B0604030504040204" pitchFamily="34" charset="0"/>
            </a:endParaRPr>
          </a:p>
          <a:p>
            <a:r>
              <a:rPr lang="en-GB" sz="1000">
                <a:latin typeface="Calibri" panose="020F0502020204030204" pitchFamily="34" charset="0"/>
                <a:ea typeface="Verdana" panose="020B0604030504040204" pitchFamily="34" charset="0"/>
                <a:cs typeface="Verdana" panose="020B0604030504040204" pitchFamily="34" charset="0"/>
              </a:rPr>
              <a:t>Examples of perfectly price elastic demand (banknote)</a:t>
            </a:r>
          </a:p>
          <a:p>
            <a:r>
              <a:rPr lang="en-GB" sz="1000">
                <a:latin typeface="Calibri" panose="020F0502020204030204" pitchFamily="34" charset="0"/>
                <a:ea typeface="Verdana" panose="020B0604030504040204" pitchFamily="34" charset="0"/>
                <a:cs typeface="Verdana" panose="020B0604030504040204" pitchFamily="34" charset="0"/>
              </a:rPr>
              <a:t>                  perfectly price inelastic (life saving drugs/operation)</a:t>
            </a:r>
          </a:p>
          <a:p>
            <a:endParaRPr lang="en-GB" sz="1000">
              <a:latin typeface="Calibri" panose="020F0502020204030204" pitchFamily="34" charset="0"/>
            </a:endParaRPr>
          </a:p>
        </p:txBody>
      </p:sp>
      <p:sp>
        <p:nvSpPr>
          <p:cNvPr id="4" name="Slide Number Placeholder 3"/>
          <p:cNvSpPr>
            <a:spLocks noGrp="1"/>
          </p:cNvSpPr>
          <p:nvPr>
            <p:ph type="sldNum" sz="quarter" idx="10"/>
          </p:nvPr>
        </p:nvSpPr>
        <p:spPr/>
        <p:txBody>
          <a:bodyPr/>
          <a:lstStyle/>
          <a:p>
            <a:pPr>
              <a:defRPr/>
            </a:pPr>
            <a:fld id="{B505BCEA-E631-4EBA-BDA4-D5B15AC88E90}" type="slidenum">
              <a:rPr lang="en-GB" smtClean="0"/>
              <a:pPr>
                <a:defRPr/>
              </a:pPr>
              <a:t>30</a:t>
            </a:fld>
            <a:endParaRPr lang="en-GB"/>
          </a:p>
        </p:txBody>
      </p:sp>
    </p:spTree>
    <p:extLst>
      <p:ext uri="{BB962C8B-B14F-4D97-AF65-F5344CB8AC3E}">
        <p14:creationId xmlns:p14="http://schemas.microsoft.com/office/powerpoint/2010/main" val="7626945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9991025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1301674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7664F-81A6-0E81-6260-D7627E1890B8}"/>
            </a:ext>
          </a:extLst>
        </p:cNvPr>
        <p:cNvGrpSpPr/>
        <p:nvPr/>
      </p:nvGrpSpPr>
      <p:grpSpPr>
        <a:xfrm>
          <a:off x="0" y="0"/>
          <a:ext cx="0" cy="0"/>
          <a:chOff x="0" y="0"/>
          <a:chExt cx="0" cy="0"/>
        </a:xfrm>
      </p:grpSpPr>
      <p:sp>
        <p:nvSpPr>
          <p:cNvPr id="594946" name="Rectangle 2">
            <a:extLst>
              <a:ext uri="{FF2B5EF4-FFF2-40B4-BE49-F238E27FC236}">
                <a16:creationId xmlns:a16="http://schemas.microsoft.com/office/drawing/2014/main" id="{2DFE48FB-AFBC-D0C9-EA49-D589D264B955}"/>
              </a:ext>
            </a:extLst>
          </p:cNvPr>
          <p:cNvSpPr>
            <a:spLocks noGrp="1" noRot="1" noChangeAspect="1" noChangeArrowheads="1" noTextEdit="1"/>
          </p:cNvSpPr>
          <p:nvPr>
            <p:ph type="sldImg"/>
          </p:nvPr>
        </p:nvSpPr>
        <p:spPr>
          <a:ln/>
        </p:spPr>
      </p:sp>
      <p:sp>
        <p:nvSpPr>
          <p:cNvPr id="594947" name="Rectangle 3">
            <a:extLst>
              <a:ext uri="{FF2B5EF4-FFF2-40B4-BE49-F238E27FC236}">
                <a16:creationId xmlns:a16="http://schemas.microsoft.com/office/drawing/2014/main" id="{13D4C9D3-54B1-4B46-99A8-039D1DEAE2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30387154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3203853-91F0-4544-9524-8D1DB1C42F18}"/>
              </a:ext>
            </a:extLst>
          </p:cNvPr>
          <p:cNvSpPr>
            <a:spLocks noGrp="1" noChangeArrowheads="1"/>
          </p:cNvSpPr>
          <p:nvPr>
            <p:ph type="sldNum" sz="quarter" idx="5"/>
          </p:nvPr>
        </p:nvSpPr>
        <p:spPr>
          <a:ln/>
        </p:spPr>
        <p:txBody>
          <a:bodyPr/>
          <a:lstStyle/>
          <a:p>
            <a:fld id="{F2C4BDEA-4652-4067-BE78-837628F38512}" type="slidenum">
              <a:rPr lang="en-GB" altLang="en-US"/>
              <a:pPr/>
              <a:t>34</a:t>
            </a:fld>
            <a:endParaRPr lang="en-GB" altLang="en-US"/>
          </a:p>
        </p:txBody>
      </p:sp>
      <p:sp>
        <p:nvSpPr>
          <p:cNvPr id="415746" name="Rectangle 2">
            <a:extLst>
              <a:ext uri="{FF2B5EF4-FFF2-40B4-BE49-F238E27FC236}">
                <a16:creationId xmlns:a16="http://schemas.microsoft.com/office/drawing/2014/main" id="{2778D0FC-CDA5-429A-A187-5448A027A8A1}"/>
              </a:ext>
            </a:extLst>
          </p:cNvPr>
          <p:cNvSpPr>
            <a:spLocks noGrp="1" noRot="1" noChangeAspect="1" noChangeArrowheads="1" noTextEdit="1"/>
          </p:cNvSpPr>
          <p:nvPr>
            <p:ph type="sldImg"/>
          </p:nvPr>
        </p:nvSpPr>
        <p:spPr>
          <a:ln/>
        </p:spPr>
      </p:sp>
      <p:sp>
        <p:nvSpPr>
          <p:cNvPr id="415747" name="Rectangle 3">
            <a:extLst>
              <a:ext uri="{FF2B5EF4-FFF2-40B4-BE49-F238E27FC236}">
                <a16:creationId xmlns:a16="http://schemas.microsoft.com/office/drawing/2014/main" id="{E3496229-DB83-4CE3-AA48-039FC1277927}"/>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55236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4BAAEF-91B9-4588-8ABA-C6F47CB6A032}"/>
              </a:ext>
            </a:extLst>
          </p:cNvPr>
          <p:cNvSpPr>
            <a:spLocks noGrp="1" noChangeArrowheads="1"/>
          </p:cNvSpPr>
          <p:nvPr>
            <p:ph type="sldNum" sz="quarter" idx="5"/>
          </p:nvPr>
        </p:nvSpPr>
        <p:spPr>
          <a:ln/>
        </p:spPr>
        <p:txBody>
          <a:bodyPr/>
          <a:lstStyle/>
          <a:p>
            <a:fld id="{D73C76A8-D73C-47DC-AC9F-EC1FD3993008}" type="slidenum">
              <a:rPr lang="en-GB" altLang="en-US"/>
              <a:pPr/>
              <a:t>35</a:t>
            </a:fld>
            <a:endParaRPr lang="en-GB" altLang="en-US"/>
          </a:p>
        </p:txBody>
      </p:sp>
      <p:sp>
        <p:nvSpPr>
          <p:cNvPr id="397314" name="Rectangle 2">
            <a:extLst>
              <a:ext uri="{FF2B5EF4-FFF2-40B4-BE49-F238E27FC236}">
                <a16:creationId xmlns:a16="http://schemas.microsoft.com/office/drawing/2014/main" id="{C2A96BAA-1DF1-40F5-A6D3-A0379EF31A6B}"/>
              </a:ext>
            </a:extLst>
          </p:cNvPr>
          <p:cNvSpPr>
            <a:spLocks noGrp="1" noRot="1" noChangeAspect="1" noChangeArrowheads="1" noTextEdit="1"/>
          </p:cNvSpPr>
          <p:nvPr>
            <p:ph type="sldImg"/>
          </p:nvPr>
        </p:nvSpPr>
        <p:spPr>
          <a:ln/>
        </p:spPr>
      </p:sp>
      <p:sp>
        <p:nvSpPr>
          <p:cNvPr id="397315" name="Rectangle 3">
            <a:extLst>
              <a:ext uri="{FF2B5EF4-FFF2-40B4-BE49-F238E27FC236}">
                <a16:creationId xmlns:a16="http://schemas.microsoft.com/office/drawing/2014/main" id="{BE601C2D-A4CB-4008-8C58-6CE2C55C8545}"/>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5902622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4BAAEF-91B9-4588-8ABA-C6F47CB6A032}"/>
              </a:ext>
            </a:extLst>
          </p:cNvPr>
          <p:cNvSpPr>
            <a:spLocks noGrp="1" noChangeArrowheads="1"/>
          </p:cNvSpPr>
          <p:nvPr>
            <p:ph type="sldNum" sz="quarter" idx="5"/>
          </p:nvPr>
        </p:nvSpPr>
        <p:spPr>
          <a:ln/>
        </p:spPr>
        <p:txBody>
          <a:bodyPr/>
          <a:lstStyle/>
          <a:p>
            <a:fld id="{D73C76A8-D73C-47DC-AC9F-EC1FD3993008}" type="slidenum">
              <a:rPr lang="en-GB" altLang="en-US"/>
              <a:pPr/>
              <a:t>36</a:t>
            </a:fld>
            <a:endParaRPr lang="en-GB" altLang="en-US"/>
          </a:p>
        </p:txBody>
      </p:sp>
      <p:sp>
        <p:nvSpPr>
          <p:cNvPr id="397314" name="Rectangle 2">
            <a:extLst>
              <a:ext uri="{FF2B5EF4-FFF2-40B4-BE49-F238E27FC236}">
                <a16:creationId xmlns:a16="http://schemas.microsoft.com/office/drawing/2014/main" id="{C2A96BAA-1DF1-40F5-A6D3-A0379EF31A6B}"/>
              </a:ext>
            </a:extLst>
          </p:cNvPr>
          <p:cNvSpPr>
            <a:spLocks noGrp="1" noRot="1" noChangeAspect="1" noChangeArrowheads="1" noTextEdit="1"/>
          </p:cNvSpPr>
          <p:nvPr>
            <p:ph type="sldImg"/>
          </p:nvPr>
        </p:nvSpPr>
        <p:spPr>
          <a:ln/>
        </p:spPr>
      </p:sp>
      <p:sp>
        <p:nvSpPr>
          <p:cNvPr id="397315" name="Rectangle 3">
            <a:extLst>
              <a:ext uri="{FF2B5EF4-FFF2-40B4-BE49-F238E27FC236}">
                <a16:creationId xmlns:a16="http://schemas.microsoft.com/office/drawing/2014/main" id="{BE601C2D-A4CB-4008-8C58-6CE2C55C8545}"/>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7806930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4BAAEF-91B9-4588-8ABA-C6F47CB6A032}"/>
              </a:ext>
            </a:extLst>
          </p:cNvPr>
          <p:cNvSpPr>
            <a:spLocks noGrp="1" noChangeArrowheads="1"/>
          </p:cNvSpPr>
          <p:nvPr>
            <p:ph type="sldNum" sz="quarter" idx="5"/>
          </p:nvPr>
        </p:nvSpPr>
        <p:spPr>
          <a:ln/>
        </p:spPr>
        <p:txBody>
          <a:bodyPr/>
          <a:lstStyle/>
          <a:p>
            <a:fld id="{D73C76A8-D73C-47DC-AC9F-EC1FD3993008}" type="slidenum">
              <a:rPr lang="en-GB" altLang="en-US"/>
              <a:pPr/>
              <a:t>37</a:t>
            </a:fld>
            <a:endParaRPr lang="en-GB" altLang="en-US"/>
          </a:p>
        </p:txBody>
      </p:sp>
      <p:sp>
        <p:nvSpPr>
          <p:cNvPr id="397314" name="Rectangle 2">
            <a:extLst>
              <a:ext uri="{FF2B5EF4-FFF2-40B4-BE49-F238E27FC236}">
                <a16:creationId xmlns:a16="http://schemas.microsoft.com/office/drawing/2014/main" id="{C2A96BAA-1DF1-40F5-A6D3-A0379EF31A6B}"/>
              </a:ext>
            </a:extLst>
          </p:cNvPr>
          <p:cNvSpPr>
            <a:spLocks noGrp="1" noRot="1" noChangeAspect="1" noChangeArrowheads="1" noTextEdit="1"/>
          </p:cNvSpPr>
          <p:nvPr>
            <p:ph type="sldImg"/>
          </p:nvPr>
        </p:nvSpPr>
        <p:spPr>
          <a:ln/>
        </p:spPr>
      </p:sp>
      <p:sp>
        <p:nvSpPr>
          <p:cNvPr id="397315" name="Rectangle 3">
            <a:extLst>
              <a:ext uri="{FF2B5EF4-FFF2-40B4-BE49-F238E27FC236}">
                <a16:creationId xmlns:a16="http://schemas.microsoft.com/office/drawing/2014/main" id="{BE601C2D-A4CB-4008-8C58-6CE2C55C8545}"/>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994574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DDC965-E4D2-4D12-B415-2D31105193FF}"/>
              </a:ext>
            </a:extLst>
          </p:cNvPr>
          <p:cNvSpPr>
            <a:spLocks noGrp="1" noChangeArrowheads="1"/>
          </p:cNvSpPr>
          <p:nvPr>
            <p:ph type="sldNum" sz="quarter" idx="5"/>
          </p:nvPr>
        </p:nvSpPr>
        <p:spPr>
          <a:ln/>
        </p:spPr>
        <p:txBody>
          <a:bodyPr/>
          <a:lstStyle/>
          <a:p>
            <a:fld id="{416CBBCC-88CD-4C69-9DB3-9175F50B62A2}" type="slidenum">
              <a:rPr lang="en-GB" altLang="en-US"/>
              <a:pPr/>
              <a:t>38</a:t>
            </a:fld>
            <a:endParaRPr lang="en-GB" altLang="en-US"/>
          </a:p>
        </p:txBody>
      </p:sp>
      <p:sp>
        <p:nvSpPr>
          <p:cNvPr id="413698" name="Rectangle 2">
            <a:extLst>
              <a:ext uri="{FF2B5EF4-FFF2-40B4-BE49-F238E27FC236}">
                <a16:creationId xmlns:a16="http://schemas.microsoft.com/office/drawing/2014/main" id="{83F7D7CB-A5AD-4D17-9350-D93E5B938CB2}"/>
              </a:ext>
            </a:extLst>
          </p:cNvPr>
          <p:cNvSpPr>
            <a:spLocks noGrp="1" noRot="1" noChangeAspect="1" noChangeArrowheads="1" noTextEdit="1"/>
          </p:cNvSpPr>
          <p:nvPr>
            <p:ph type="sldImg"/>
          </p:nvPr>
        </p:nvSpPr>
        <p:spPr>
          <a:ln/>
        </p:spPr>
      </p:sp>
      <p:sp>
        <p:nvSpPr>
          <p:cNvPr id="413699" name="Rectangle 3">
            <a:extLst>
              <a:ext uri="{FF2B5EF4-FFF2-40B4-BE49-F238E27FC236}">
                <a16:creationId xmlns:a16="http://schemas.microsoft.com/office/drawing/2014/main" id="{C60D4BD9-CB9E-47DF-B4D5-0BA9A24DB34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5160577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14B3087-907F-4F0F-B95E-758287EE3131}"/>
              </a:ext>
            </a:extLst>
          </p:cNvPr>
          <p:cNvSpPr>
            <a:spLocks noGrp="1" noChangeArrowheads="1"/>
          </p:cNvSpPr>
          <p:nvPr>
            <p:ph type="sldNum" sz="quarter" idx="5"/>
          </p:nvPr>
        </p:nvSpPr>
        <p:spPr>
          <a:ln/>
        </p:spPr>
        <p:txBody>
          <a:bodyPr/>
          <a:lstStyle/>
          <a:p>
            <a:fld id="{78777613-0BDD-4B71-A972-47F9AC3D22FC}" type="slidenum">
              <a:rPr lang="en-GB" altLang="en-US"/>
              <a:pPr/>
              <a:t>39</a:t>
            </a:fld>
            <a:endParaRPr lang="en-GB" altLang="en-US"/>
          </a:p>
        </p:txBody>
      </p:sp>
      <p:sp>
        <p:nvSpPr>
          <p:cNvPr id="399362" name="Rectangle 2">
            <a:extLst>
              <a:ext uri="{FF2B5EF4-FFF2-40B4-BE49-F238E27FC236}">
                <a16:creationId xmlns:a16="http://schemas.microsoft.com/office/drawing/2014/main" id="{D322FAEA-1FBC-4F59-B591-059F792B4B92}"/>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3" name="Rectangle 3">
            <a:extLst>
              <a:ext uri="{FF2B5EF4-FFF2-40B4-BE49-F238E27FC236}">
                <a16:creationId xmlns:a16="http://schemas.microsoft.com/office/drawing/2014/main" id="{63F046E6-7621-4610-B709-BC08A07F8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399364" name="Rectangle 4">
            <a:extLst>
              <a:ext uri="{FF2B5EF4-FFF2-40B4-BE49-F238E27FC236}">
                <a16:creationId xmlns:a16="http://schemas.microsoft.com/office/drawing/2014/main" id="{EE4D2544-48A9-403E-89C9-29CFE4EC0B7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5" name="Rectangle 5">
            <a:extLst>
              <a:ext uri="{FF2B5EF4-FFF2-40B4-BE49-F238E27FC236}">
                <a16:creationId xmlns:a16="http://schemas.microsoft.com/office/drawing/2014/main" id="{74089730-A65E-41CE-8377-893FEBA8E61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366" name="Rectangle 6">
            <a:extLst>
              <a:ext uri="{FF2B5EF4-FFF2-40B4-BE49-F238E27FC236}">
                <a16:creationId xmlns:a16="http://schemas.microsoft.com/office/drawing/2014/main" id="{8CA162BF-B16C-4326-BAF3-BA9C797C4007}"/>
              </a:ext>
            </a:extLst>
          </p:cNvPr>
          <p:cNvSpPr>
            <a:spLocks noGrp="1" noChangeArrowheads="1"/>
          </p:cNvSpPr>
          <p:nvPr>
            <p:ph type="body" idx="1"/>
          </p:nvPr>
        </p:nvSpPr>
        <p:spPr>
          <a:ln/>
        </p:spPr>
        <p:txBody>
          <a:bodyPr lIns="92075" tIns="46038" rIns="92075" bIns="46038"/>
          <a:lstStyle/>
          <a:p>
            <a:endParaRPr lang="en-GB" altLang="en-US" noProof="1"/>
          </a:p>
        </p:txBody>
      </p:sp>
      <p:sp>
        <p:nvSpPr>
          <p:cNvPr id="399367" name="Rectangle 7">
            <a:extLst>
              <a:ext uri="{FF2B5EF4-FFF2-40B4-BE49-F238E27FC236}">
                <a16:creationId xmlns:a16="http://schemas.microsoft.com/office/drawing/2014/main" id="{9BE07075-DD11-4ABA-ABEB-BEDFB1B17E3C}"/>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5183585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CFAFA28-C2DB-4B4F-B90E-8565A7720F15}"/>
              </a:ext>
            </a:extLst>
          </p:cNvPr>
          <p:cNvSpPr>
            <a:spLocks noGrp="1" noChangeArrowheads="1"/>
          </p:cNvSpPr>
          <p:nvPr>
            <p:ph type="sldNum" sz="quarter" idx="5"/>
          </p:nvPr>
        </p:nvSpPr>
        <p:spPr>
          <a:ln/>
        </p:spPr>
        <p:txBody>
          <a:bodyPr/>
          <a:lstStyle/>
          <a:p>
            <a:fld id="{FCBBF907-F80C-4C22-8AFD-B9FDC33A9E41}" type="slidenum">
              <a:rPr lang="en-GB" altLang="en-US"/>
              <a:pPr/>
              <a:t>40</a:t>
            </a:fld>
            <a:endParaRPr lang="en-GB" altLang="en-US"/>
          </a:p>
        </p:txBody>
      </p:sp>
      <p:sp>
        <p:nvSpPr>
          <p:cNvPr id="401410" name="Rectangle 2">
            <a:extLst>
              <a:ext uri="{FF2B5EF4-FFF2-40B4-BE49-F238E27FC236}">
                <a16:creationId xmlns:a16="http://schemas.microsoft.com/office/drawing/2014/main" id="{0FC5B66A-3269-4746-BBE9-588C714EC604}"/>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1" name="Rectangle 3">
            <a:extLst>
              <a:ext uri="{FF2B5EF4-FFF2-40B4-BE49-F238E27FC236}">
                <a16:creationId xmlns:a16="http://schemas.microsoft.com/office/drawing/2014/main" id="{16F1058A-D798-4D22-A437-459B2FE569C9}"/>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01412" name="Rectangle 4">
            <a:extLst>
              <a:ext uri="{FF2B5EF4-FFF2-40B4-BE49-F238E27FC236}">
                <a16:creationId xmlns:a16="http://schemas.microsoft.com/office/drawing/2014/main" id="{B271337A-E28D-4676-99AA-9B3030D11F7E}"/>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3" name="Rectangle 5">
            <a:extLst>
              <a:ext uri="{FF2B5EF4-FFF2-40B4-BE49-F238E27FC236}">
                <a16:creationId xmlns:a16="http://schemas.microsoft.com/office/drawing/2014/main" id="{E8D593F0-D4CE-4976-A461-ABA959EEC4DF}"/>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1414" name="Rectangle 6">
            <a:extLst>
              <a:ext uri="{FF2B5EF4-FFF2-40B4-BE49-F238E27FC236}">
                <a16:creationId xmlns:a16="http://schemas.microsoft.com/office/drawing/2014/main" id="{04BA2ED4-2366-4971-A935-27CCD0552405}"/>
              </a:ext>
            </a:extLst>
          </p:cNvPr>
          <p:cNvSpPr>
            <a:spLocks noGrp="1" noChangeArrowheads="1"/>
          </p:cNvSpPr>
          <p:nvPr>
            <p:ph type="body" idx="1"/>
          </p:nvPr>
        </p:nvSpPr>
        <p:spPr>
          <a:ln/>
        </p:spPr>
        <p:txBody>
          <a:bodyPr lIns="92075" tIns="46038" rIns="92075" bIns="46038"/>
          <a:lstStyle/>
          <a:p>
            <a:pPr defTabSz="762000"/>
            <a:endParaRPr lang="en-GB" altLang="en-US" noProof="1"/>
          </a:p>
        </p:txBody>
      </p:sp>
      <p:sp>
        <p:nvSpPr>
          <p:cNvPr id="401415" name="Rectangle 7">
            <a:extLst>
              <a:ext uri="{FF2B5EF4-FFF2-40B4-BE49-F238E27FC236}">
                <a16:creationId xmlns:a16="http://schemas.microsoft.com/office/drawing/2014/main" id="{0E721F77-5AED-4C94-8BE4-E9E5B75166BA}"/>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5486930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D63B702E-665A-40CC-90D1-65A87B570021}"/>
              </a:ext>
            </a:extLst>
          </p:cNvPr>
          <p:cNvSpPr>
            <a:spLocks noGrp="1" noChangeArrowheads="1"/>
          </p:cNvSpPr>
          <p:nvPr>
            <p:ph type="sldNum" sz="quarter" idx="5"/>
          </p:nvPr>
        </p:nvSpPr>
        <p:spPr>
          <a:ln/>
        </p:spPr>
        <p:txBody>
          <a:bodyPr/>
          <a:lstStyle/>
          <a:p>
            <a:fld id="{B7CC91BD-8FAC-4BF4-B3B8-8325DF5C8B6D}" type="slidenum">
              <a:rPr lang="en-GB" altLang="en-US"/>
              <a:pPr/>
              <a:t>41</a:t>
            </a:fld>
            <a:endParaRPr lang="en-GB" altLang="en-US"/>
          </a:p>
        </p:txBody>
      </p:sp>
      <p:sp>
        <p:nvSpPr>
          <p:cNvPr id="403458" name="Rectangle 2">
            <a:extLst>
              <a:ext uri="{FF2B5EF4-FFF2-40B4-BE49-F238E27FC236}">
                <a16:creationId xmlns:a16="http://schemas.microsoft.com/office/drawing/2014/main" id="{E7A4245E-4480-4A02-B3F8-6D39407F3F5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8C050FE9-547A-4743-A172-21387806B23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03460" name="Rectangle 4">
            <a:extLst>
              <a:ext uri="{FF2B5EF4-FFF2-40B4-BE49-F238E27FC236}">
                <a16:creationId xmlns:a16="http://schemas.microsoft.com/office/drawing/2014/main" id="{F9DD8372-5285-4ADD-95FC-E40DAD41A477}"/>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579F0589-2E74-4289-98D2-1238242402C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F3AA45DD-8F4D-4423-8D7D-C5F9763E5C93}"/>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DD87F99A-331D-4DC7-9DAF-951868B20DF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0499585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D63B702E-665A-40CC-90D1-65A87B570021}"/>
              </a:ext>
            </a:extLst>
          </p:cNvPr>
          <p:cNvSpPr>
            <a:spLocks noGrp="1" noChangeArrowheads="1"/>
          </p:cNvSpPr>
          <p:nvPr>
            <p:ph type="sldNum" sz="quarter" idx="5"/>
          </p:nvPr>
        </p:nvSpPr>
        <p:spPr>
          <a:ln/>
        </p:spPr>
        <p:txBody>
          <a:bodyPr/>
          <a:lstStyle/>
          <a:p>
            <a:fld id="{B7CC91BD-8FAC-4BF4-B3B8-8325DF5C8B6D}" type="slidenum">
              <a:rPr lang="en-GB" altLang="en-US"/>
              <a:pPr/>
              <a:t>42</a:t>
            </a:fld>
            <a:endParaRPr lang="en-GB" altLang="en-US"/>
          </a:p>
        </p:txBody>
      </p:sp>
      <p:sp>
        <p:nvSpPr>
          <p:cNvPr id="403458" name="Rectangle 2">
            <a:extLst>
              <a:ext uri="{FF2B5EF4-FFF2-40B4-BE49-F238E27FC236}">
                <a16:creationId xmlns:a16="http://schemas.microsoft.com/office/drawing/2014/main" id="{E7A4245E-4480-4A02-B3F8-6D39407F3F5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8C050FE9-547A-4743-A172-21387806B23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03460" name="Rectangle 4">
            <a:extLst>
              <a:ext uri="{FF2B5EF4-FFF2-40B4-BE49-F238E27FC236}">
                <a16:creationId xmlns:a16="http://schemas.microsoft.com/office/drawing/2014/main" id="{F9DD8372-5285-4ADD-95FC-E40DAD41A477}"/>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579F0589-2E74-4289-98D2-1238242402C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F3AA45DD-8F4D-4423-8D7D-C5F9763E5C93}"/>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DD87F99A-331D-4DC7-9DAF-951868B20DF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2169250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D63B702E-665A-40CC-90D1-65A87B570021}"/>
              </a:ext>
            </a:extLst>
          </p:cNvPr>
          <p:cNvSpPr>
            <a:spLocks noGrp="1" noChangeArrowheads="1"/>
          </p:cNvSpPr>
          <p:nvPr>
            <p:ph type="sldNum" sz="quarter" idx="5"/>
          </p:nvPr>
        </p:nvSpPr>
        <p:spPr>
          <a:ln/>
        </p:spPr>
        <p:txBody>
          <a:bodyPr/>
          <a:lstStyle/>
          <a:p>
            <a:fld id="{B7CC91BD-8FAC-4BF4-B3B8-8325DF5C8B6D}" type="slidenum">
              <a:rPr lang="en-GB" altLang="en-US"/>
              <a:pPr/>
              <a:t>43</a:t>
            </a:fld>
            <a:endParaRPr lang="en-GB" altLang="en-US"/>
          </a:p>
        </p:txBody>
      </p:sp>
      <p:sp>
        <p:nvSpPr>
          <p:cNvPr id="403458" name="Rectangle 2">
            <a:extLst>
              <a:ext uri="{FF2B5EF4-FFF2-40B4-BE49-F238E27FC236}">
                <a16:creationId xmlns:a16="http://schemas.microsoft.com/office/drawing/2014/main" id="{E7A4245E-4480-4A02-B3F8-6D39407F3F5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8C050FE9-547A-4743-A172-21387806B23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03460" name="Rectangle 4">
            <a:extLst>
              <a:ext uri="{FF2B5EF4-FFF2-40B4-BE49-F238E27FC236}">
                <a16:creationId xmlns:a16="http://schemas.microsoft.com/office/drawing/2014/main" id="{F9DD8372-5285-4ADD-95FC-E40DAD41A477}"/>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579F0589-2E74-4289-98D2-1238242402C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F3AA45DD-8F4D-4423-8D7D-C5F9763E5C93}"/>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DD87F99A-331D-4DC7-9DAF-951868B20DF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0025893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D63B702E-665A-40CC-90D1-65A87B570021}"/>
              </a:ext>
            </a:extLst>
          </p:cNvPr>
          <p:cNvSpPr>
            <a:spLocks noGrp="1" noChangeArrowheads="1"/>
          </p:cNvSpPr>
          <p:nvPr>
            <p:ph type="sldNum" sz="quarter" idx="5"/>
          </p:nvPr>
        </p:nvSpPr>
        <p:spPr>
          <a:ln/>
        </p:spPr>
        <p:txBody>
          <a:bodyPr/>
          <a:lstStyle/>
          <a:p>
            <a:fld id="{B7CC91BD-8FAC-4BF4-B3B8-8325DF5C8B6D}" type="slidenum">
              <a:rPr lang="en-GB" altLang="en-US"/>
              <a:pPr/>
              <a:t>44</a:t>
            </a:fld>
            <a:endParaRPr lang="en-GB" altLang="en-US"/>
          </a:p>
        </p:txBody>
      </p:sp>
      <p:sp>
        <p:nvSpPr>
          <p:cNvPr id="403458" name="Rectangle 2">
            <a:extLst>
              <a:ext uri="{FF2B5EF4-FFF2-40B4-BE49-F238E27FC236}">
                <a16:creationId xmlns:a16="http://schemas.microsoft.com/office/drawing/2014/main" id="{E7A4245E-4480-4A02-B3F8-6D39407F3F55}"/>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8C050FE9-547A-4743-A172-21387806B23F}"/>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03460" name="Rectangle 4">
            <a:extLst>
              <a:ext uri="{FF2B5EF4-FFF2-40B4-BE49-F238E27FC236}">
                <a16:creationId xmlns:a16="http://schemas.microsoft.com/office/drawing/2014/main" id="{F9DD8372-5285-4ADD-95FC-E40DAD41A477}"/>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579F0589-2E74-4289-98D2-1238242402C1}"/>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F3AA45DD-8F4D-4423-8D7D-C5F9763E5C93}"/>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DD87F99A-331D-4DC7-9DAF-951868B20DF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2625115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EDC2714-0435-41F3-82CE-BC8F8294FB40}"/>
              </a:ext>
            </a:extLst>
          </p:cNvPr>
          <p:cNvSpPr>
            <a:spLocks noGrp="1" noChangeArrowheads="1"/>
          </p:cNvSpPr>
          <p:nvPr>
            <p:ph type="sldNum" sz="quarter" idx="5"/>
          </p:nvPr>
        </p:nvSpPr>
        <p:spPr>
          <a:ln/>
        </p:spPr>
        <p:txBody>
          <a:bodyPr/>
          <a:lstStyle/>
          <a:p>
            <a:fld id="{EFC15C6D-B669-452F-A6F3-9326790C6D1A}" type="slidenum">
              <a:rPr lang="en-GB" altLang="en-US"/>
              <a:pPr/>
              <a:t>46</a:t>
            </a:fld>
            <a:endParaRPr lang="en-GB" altLang="en-US"/>
          </a:p>
        </p:txBody>
      </p:sp>
      <p:sp>
        <p:nvSpPr>
          <p:cNvPr id="391170" name="Rectangle 2">
            <a:extLst>
              <a:ext uri="{FF2B5EF4-FFF2-40B4-BE49-F238E27FC236}">
                <a16:creationId xmlns:a16="http://schemas.microsoft.com/office/drawing/2014/main" id="{FFB7D7B5-C0BA-4E1E-B9D5-904B3654A0A8}"/>
              </a:ext>
            </a:extLst>
          </p:cNvPr>
          <p:cNvSpPr>
            <a:spLocks noGrp="1" noRot="1" noChangeAspect="1" noChangeArrowheads="1" noTextEdit="1"/>
          </p:cNvSpPr>
          <p:nvPr>
            <p:ph type="sldImg"/>
          </p:nvPr>
        </p:nvSpPr>
        <p:spPr>
          <a:ln/>
        </p:spPr>
      </p:sp>
      <p:sp>
        <p:nvSpPr>
          <p:cNvPr id="391171" name="Rectangle 3">
            <a:extLst>
              <a:ext uri="{FF2B5EF4-FFF2-40B4-BE49-F238E27FC236}">
                <a16:creationId xmlns:a16="http://schemas.microsoft.com/office/drawing/2014/main" id="{C3BB6D16-3A77-4F9D-86AB-13EB2DAFE1B6}"/>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42352796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p:cNvSpPr>
            <a:spLocks noGrp="1" noChangeArrowheads="1"/>
          </p:cNvSpPr>
          <p:nvPr>
            <p:ph type="sldNum" sz="quarter" idx="5"/>
          </p:nvPr>
        </p:nvSpPr>
        <p:spPr>
          <a:ln/>
        </p:spPr>
        <p:txBody>
          <a:bodyPr/>
          <a:lstStyle/>
          <a:p>
            <a:fld id="{263384BE-5A8A-4FF0-9726-132FD27786D9}" type="slidenum">
              <a:rPr lang="en-GB" altLang="en-US"/>
              <a:pPr/>
              <a:t>47</a:t>
            </a:fld>
            <a:endParaRPr lang="en-GB" altLang="en-US"/>
          </a:p>
        </p:txBody>
      </p:sp>
      <p:sp>
        <p:nvSpPr>
          <p:cNvPr id="610306"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B4FF615C-DF35-45C8-AFE3-4EB2171FAB6E}" type="slidenum">
              <a:rPr lang="en-GB" altLang="en-US" sz="1200"/>
              <a:pPr algn="r"/>
              <a:t>47</a:t>
            </a:fld>
            <a:endParaRPr lang="en-GB" altLang="en-US" sz="1200"/>
          </a:p>
        </p:txBody>
      </p:sp>
      <p:sp>
        <p:nvSpPr>
          <p:cNvPr id="610307"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08"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610309"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0"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1" name="Rectangle 6"/>
          <p:cNvSpPr>
            <a:spLocks noGrp="1" noChangeArrowheads="1"/>
          </p:cNvSpPr>
          <p:nvPr>
            <p:ph type="body" idx="1"/>
          </p:nvPr>
        </p:nvSpPr>
        <p:spPr/>
        <p:txBody>
          <a:bodyPr lIns="92075" tIns="46038" rIns="92075" bIns="46038"/>
          <a:lstStyle/>
          <a:p>
            <a:endParaRPr lang="en-GB" altLang="en-US" noProof="1"/>
          </a:p>
        </p:txBody>
      </p:sp>
      <p:sp>
        <p:nvSpPr>
          <p:cNvPr id="610312" name="Rectangle 7"/>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24534410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p:cNvSpPr>
            <a:spLocks noGrp="1" noChangeArrowheads="1"/>
          </p:cNvSpPr>
          <p:nvPr>
            <p:ph type="sldNum" sz="quarter" idx="5"/>
          </p:nvPr>
        </p:nvSpPr>
        <p:spPr>
          <a:ln/>
        </p:spPr>
        <p:txBody>
          <a:bodyPr/>
          <a:lstStyle/>
          <a:p>
            <a:fld id="{263384BE-5A8A-4FF0-9726-132FD27786D9}" type="slidenum">
              <a:rPr lang="en-GB" altLang="en-US"/>
              <a:pPr/>
              <a:t>48</a:t>
            </a:fld>
            <a:endParaRPr lang="en-GB" altLang="en-US"/>
          </a:p>
        </p:txBody>
      </p:sp>
      <p:sp>
        <p:nvSpPr>
          <p:cNvPr id="610306"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B4FF615C-DF35-45C8-AFE3-4EB2171FAB6E}" type="slidenum">
              <a:rPr lang="en-GB" altLang="en-US" sz="1200"/>
              <a:pPr algn="r"/>
              <a:t>48</a:t>
            </a:fld>
            <a:endParaRPr lang="en-GB" altLang="en-US" sz="1200"/>
          </a:p>
        </p:txBody>
      </p:sp>
      <p:sp>
        <p:nvSpPr>
          <p:cNvPr id="610307"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08"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610309"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0"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1" name="Rectangle 6"/>
          <p:cNvSpPr>
            <a:spLocks noGrp="1" noChangeArrowheads="1"/>
          </p:cNvSpPr>
          <p:nvPr>
            <p:ph type="body" idx="1"/>
          </p:nvPr>
        </p:nvSpPr>
        <p:spPr/>
        <p:txBody>
          <a:bodyPr lIns="92075" tIns="46038" rIns="92075" bIns="46038"/>
          <a:lstStyle/>
          <a:p>
            <a:endParaRPr lang="en-GB" altLang="en-US" noProof="1"/>
          </a:p>
        </p:txBody>
      </p:sp>
      <p:sp>
        <p:nvSpPr>
          <p:cNvPr id="610312" name="Rectangle 7"/>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19384002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p:cNvSpPr>
            <a:spLocks noGrp="1" noChangeArrowheads="1"/>
          </p:cNvSpPr>
          <p:nvPr>
            <p:ph type="sldNum" sz="quarter" idx="5"/>
          </p:nvPr>
        </p:nvSpPr>
        <p:spPr>
          <a:ln/>
        </p:spPr>
        <p:txBody>
          <a:bodyPr/>
          <a:lstStyle/>
          <a:p>
            <a:fld id="{263384BE-5A8A-4FF0-9726-132FD27786D9}" type="slidenum">
              <a:rPr lang="en-GB" altLang="en-US"/>
              <a:pPr/>
              <a:t>49</a:t>
            </a:fld>
            <a:endParaRPr lang="en-GB" altLang="en-US"/>
          </a:p>
        </p:txBody>
      </p:sp>
      <p:sp>
        <p:nvSpPr>
          <p:cNvPr id="610306"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B4FF615C-DF35-45C8-AFE3-4EB2171FAB6E}" type="slidenum">
              <a:rPr lang="en-GB" altLang="en-US" sz="1200"/>
              <a:pPr algn="r"/>
              <a:t>49</a:t>
            </a:fld>
            <a:endParaRPr lang="en-GB" altLang="en-US" sz="1200"/>
          </a:p>
        </p:txBody>
      </p:sp>
      <p:sp>
        <p:nvSpPr>
          <p:cNvPr id="610307"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08"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610309"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0"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1" name="Rectangle 6"/>
          <p:cNvSpPr>
            <a:spLocks noGrp="1" noChangeArrowheads="1"/>
          </p:cNvSpPr>
          <p:nvPr>
            <p:ph type="body" idx="1"/>
          </p:nvPr>
        </p:nvSpPr>
        <p:spPr/>
        <p:txBody>
          <a:bodyPr lIns="92075" tIns="46038" rIns="92075" bIns="46038"/>
          <a:lstStyle/>
          <a:p>
            <a:endParaRPr lang="en-GB" altLang="en-US" noProof="1"/>
          </a:p>
        </p:txBody>
      </p:sp>
      <p:sp>
        <p:nvSpPr>
          <p:cNvPr id="610312" name="Rectangle 7"/>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25155464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p:cNvSpPr>
            <a:spLocks noGrp="1" noChangeArrowheads="1"/>
          </p:cNvSpPr>
          <p:nvPr>
            <p:ph type="sldNum" sz="quarter" idx="5"/>
          </p:nvPr>
        </p:nvSpPr>
        <p:spPr>
          <a:ln/>
        </p:spPr>
        <p:txBody>
          <a:bodyPr/>
          <a:lstStyle/>
          <a:p>
            <a:fld id="{263384BE-5A8A-4FF0-9726-132FD27786D9}" type="slidenum">
              <a:rPr lang="en-GB" altLang="en-US"/>
              <a:pPr/>
              <a:t>50</a:t>
            </a:fld>
            <a:endParaRPr lang="en-GB" altLang="en-US"/>
          </a:p>
        </p:txBody>
      </p:sp>
      <p:sp>
        <p:nvSpPr>
          <p:cNvPr id="610306"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B4FF615C-DF35-45C8-AFE3-4EB2171FAB6E}" type="slidenum">
              <a:rPr lang="en-GB" altLang="en-US" sz="1200"/>
              <a:pPr algn="r"/>
              <a:t>50</a:t>
            </a:fld>
            <a:endParaRPr lang="en-GB" altLang="en-US" sz="1200"/>
          </a:p>
        </p:txBody>
      </p:sp>
      <p:sp>
        <p:nvSpPr>
          <p:cNvPr id="610307"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08"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7</a:t>
            </a:r>
          </a:p>
        </p:txBody>
      </p:sp>
      <p:sp>
        <p:nvSpPr>
          <p:cNvPr id="610309"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0"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10311" name="Rectangle 6"/>
          <p:cNvSpPr>
            <a:spLocks noGrp="1" noChangeArrowheads="1"/>
          </p:cNvSpPr>
          <p:nvPr>
            <p:ph type="body" idx="1"/>
          </p:nvPr>
        </p:nvSpPr>
        <p:spPr/>
        <p:txBody>
          <a:bodyPr lIns="92075" tIns="46038" rIns="92075" bIns="46038"/>
          <a:lstStyle/>
          <a:p>
            <a:endParaRPr lang="en-GB" altLang="en-US" noProof="1"/>
          </a:p>
        </p:txBody>
      </p:sp>
      <p:sp>
        <p:nvSpPr>
          <p:cNvPr id="610312" name="Rectangle 7"/>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487704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customXml" Target="../ink/ink2.xml"/><Relationship Id="rId5" Type="http://schemas.openxmlformats.org/officeDocument/2006/relationships/image" Target="../media/image4.png"/><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hyperlink" Target="https://www.tesla.com/ns_videos/2022-tesla-impact-report.pdf" TargetMode="External"/><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6" Type="http://schemas.openxmlformats.org/officeDocument/2006/relationships/image" Target="../media/image21.png"/><Relationship Id="rId21" Type="http://schemas.openxmlformats.org/officeDocument/2006/relationships/customXml" Target="../ink/ink12.xml"/><Relationship Id="rId42" Type="http://schemas.openxmlformats.org/officeDocument/2006/relationships/image" Target="../media/image29.png"/><Relationship Id="rId47" Type="http://schemas.openxmlformats.org/officeDocument/2006/relationships/customXml" Target="../ink/ink25.xml"/><Relationship Id="rId63" Type="http://schemas.openxmlformats.org/officeDocument/2006/relationships/customXml" Target="../ink/ink33.xml"/><Relationship Id="rId68" Type="http://schemas.openxmlformats.org/officeDocument/2006/relationships/image" Target="../media/image42.png"/><Relationship Id="rId84" Type="http://schemas.openxmlformats.org/officeDocument/2006/relationships/image" Target="../media/image50.png"/><Relationship Id="rId16" Type="http://schemas.openxmlformats.org/officeDocument/2006/relationships/image" Target="../media/image16.png"/><Relationship Id="rId11" Type="http://schemas.openxmlformats.org/officeDocument/2006/relationships/customXml" Target="../ink/ink7.xml"/><Relationship Id="rId32" Type="http://schemas.openxmlformats.org/officeDocument/2006/relationships/image" Target="../media/image24.png"/><Relationship Id="rId37" Type="http://schemas.openxmlformats.org/officeDocument/2006/relationships/customXml" Target="../ink/ink20.xml"/><Relationship Id="rId53" Type="http://schemas.openxmlformats.org/officeDocument/2006/relationships/customXml" Target="../ink/ink28.xml"/><Relationship Id="rId58" Type="http://schemas.openxmlformats.org/officeDocument/2006/relationships/image" Target="../media/image37.png"/><Relationship Id="rId74" Type="http://schemas.openxmlformats.org/officeDocument/2006/relationships/image" Target="../media/image45.png"/><Relationship Id="rId79" Type="http://schemas.openxmlformats.org/officeDocument/2006/relationships/customXml" Target="../ink/ink41.xml"/><Relationship Id="rId5" Type="http://schemas.openxmlformats.org/officeDocument/2006/relationships/customXml" Target="../ink/ink4.xml"/><Relationship Id="rId19" Type="http://schemas.openxmlformats.org/officeDocument/2006/relationships/customXml" Target="../ink/ink11.xml"/><Relationship Id="rId14" Type="http://schemas.openxmlformats.org/officeDocument/2006/relationships/image" Target="../media/image15.png"/><Relationship Id="rId22" Type="http://schemas.openxmlformats.org/officeDocument/2006/relationships/image" Target="../media/image19.png"/><Relationship Id="rId27" Type="http://schemas.openxmlformats.org/officeDocument/2006/relationships/customXml" Target="../ink/ink15.xml"/><Relationship Id="rId30" Type="http://schemas.openxmlformats.org/officeDocument/2006/relationships/image" Target="../media/image23.png"/><Relationship Id="rId35" Type="http://schemas.openxmlformats.org/officeDocument/2006/relationships/customXml" Target="../ink/ink19.xml"/><Relationship Id="rId43" Type="http://schemas.openxmlformats.org/officeDocument/2006/relationships/customXml" Target="../ink/ink23.xml"/><Relationship Id="rId48" Type="http://schemas.openxmlformats.org/officeDocument/2006/relationships/image" Target="../media/image32.png"/><Relationship Id="rId56" Type="http://schemas.openxmlformats.org/officeDocument/2006/relationships/image" Target="../media/image36.png"/><Relationship Id="rId64" Type="http://schemas.openxmlformats.org/officeDocument/2006/relationships/image" Target="../media/image40.png"/><Relationship Id="rId69" Type="http://schemas.openxmlformats.org/officeDocument/2006/relationships/customXml" Target="../ink/ink36.xml"/><Relationship Id="rId77" Type="http://schemas.openxmlformats.org/officeDocument/2006/relationships/customXml" Target="../ink/ink40.xml"/><Relationship Id="rId8" Type="http://schemas.openxmlformats.org/officeDocument/2006/relationships/image" Target="../media/image12.png"/><Relationship Id="rId51" Type="http://schemas.openxmlformats.org/officeDocument/2006/relationships/customXml" Target="../ink/ink27.xml"/><Relationship Id="rId72" Type="http://schemas.openxmlformats.org/officeDocument/2006/relationships/image" Target="../media/image44.png"/><Relationship Id="rId80" Type="http://schemas.openxmlformats.org/officeDocument/2006/relationships/image" Target="../media/image48.png"/><Relationship Id="rId85" Type="http://schemas.openxmlformats.org/officeDocument/2006/relationships/customXml" Target="../ink/ink44.xml"/><Relationship Id="rId3"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10.xml"/><Relationship Id="rId25" Type="http://schemas.openxmlformats.org/officeDocument/2006/relationships/customXml" Target="../ink/ink14.xml"/><Relationship Id="rId33" Type="http://schemas.openxmlformats.org/officeDocument/2006/relationships/customXml" Target="../ink/ink18.xml"/><Relationship Id="rId38" Type="http://schemas.openxmlformats.org/officeDocument/2006/relationships/image" Target="../media/image27.png"/><Relationship Id="rId46" Type="http://schemas.openxmlformats.org/officeDocument/2006/relationships/image" Target="../media/image31.png"/><Relationship Id="rId59" Type="http://schemas.openxmlformats.org/officeDocument/2006/relationships/customXml" Target="../ink/ink31.xml"/><Relationship Id="rId67" Type="http://schemas.openxmlformats.org/officeDocument/2006/relationships/customXml" Target="../ink/ink35.xml"/><Relationship Id="rId20" Type="http://schemas.openxmlformats.org/officeDocument/2006/relationships/image" Target="../media/image18.png"/><Relationship Id="rId41" Type="http://schemas.openxmlformats.org/officeDocument/2006/relationships/customXml" Target="../ink/ink22.xml"/><Relationship Id="rId54" Type="http://schemas.openxmlformats.org/officeDocument/2006/relationships/image" Target="../media/image35.png"/><Relationship Id="rId62" Type="http://schemas.openxmlformats.org/officeDocument/2006/relationships/image" Target="../media/image39.png"/><Relationship Id="rId70" Type="http://schemas.openxmlformats.org/officeDocument/2006/relationships/image" Target="../media/image43.png"/><Relationship Id="rId75" Type="http://schemas.openxmlformats.org/officeDocument/2006/relationships/customXml" Target="../ink/ink39.xml"/><Relationship Id="rId83" Type="http://schemas.openxmlformats.org/officeDocument/2006/relationships/customXml" Target="../ink/ink43.xml"/><Relationship Id="rId88" Type="http://schemas.openxmlformats.org/officeDocument/2006/relationships/image" Target="../media/image52.png"/><Relationship Id="rId1" Type="http://schemas.openxmlformats.org/officeDocument/2006/relationships/slideLayout" Target="../slideLayouts/slideLayout17.xml"/><Relationship Id="rId6" Type="http://schemas.openxmlformats.org/officeDocument/2006/relationships/image" Target="../media/image11.png"/><Relationship Id="rId15" Type="http://schemas.openxmlformats.org/officeDocument/2006/relationships/customXml" Target="../ink/ink9.xml"/><Relationship Id="rId23" Type="http://schemas.openxmlformats.org/officeDocument/2006/relationships/customXml" Target="../ink/ink13.xml"/><Relationship Id="rId28" Type="http://schemas.openxmlformats.org/officeDocument/2006/relationships/image" Target="../media/image22.png"/><Relationship Id="rId36" Type="http://schemas.openxmlformats.org/officeDocument/2006/relationships/image" Target="../media/image26.png"/><Relationship Id="rId49" Type="http://schemas.openxmlformats.org/officeDocument/2006/relationships/customXml" Target="../ink/ink26.xml"/><Relationship Id="rId57" Type="http://schemas.openxmlformats.org/officeDocument/2006/relationships/customXml" Target="../ink/ink30.xml"/><Relationship Id="rId10" Type="http://schemas.openxmlformats.org/officeDocument/2006/relationships/image" Target="../media/image13.png"/><Relationship Id="rId31" Type="http://schemas.openxmlformats.org/officeDocument/2006/relationships/customXml" Target="../ink/ink17.xml"/><Relationship Id="rId44" Type="http://schemas.openxmlformats.org/officeDocument/2006/relationships/image" Target="../media/image30.png"/><Relationship Id="rId52" Type="http://schemas.openxmlformats.org/officeDocument/2006/relationships/image" Target="../media/image34.png"/><Relationship Id="rId60" Type="http://schemas.openxmlformats.org/officeDocument/2006/relationships/image" Target="../media/image38.png"/><Relationship Id="rId65" Type="http://schemas.openxmlformats.org/officeDocument/2006/relationships/customXml" Target="../ink/ink34.xml"/><Relationship Id="rId73" Type="http://schemas.openxmlformats.org/officeDocument/2006/relationships/customXml" Target="../ink/ink38.xml"/><Relationship Id="rId78" Type="http://schemas.openxmlformats.org/officeDocument/2006/relationships/image" Target="../media/image47.png"/><Relationship Id="rId81" Type="http://schemas.openxmlformats.org/officeDocument/2006/relationships/customXml" Target="../ink/ink42.xml"/><Relationship Id="rId86" Type="http://schemas.openxmlformats.org/officeDocument/2006/relationships/image" Target="../media/image51.png"/><Relationship Id="rId4" Type="http://schemas.openxmlformats.org/officeDocument/2006/relationships/image" Target="../media/image10.png"/><Relationship Id="rId9" Type="http://schemas.openxmlformats.org/officeDocument/2006/relationships/customXml" Target="../ink/ink6.xml"/><Relationship Id="rId13" Type="http://schemas.openxmlformats.org/officeDocument/2006/relationships/customXml" Target="../ink/ink8.xml"/><Relationship Id="rId18" Type="http://schemas.openxmlformats.org/officeDocument/2006/relationships/image" Target="../media/image17.png"/><Relationship Id="rId39" Type="http://schemas.openxmlformats.org/officeDocument/2006/relationships/customXml" Target="../ink/ink21.xml"/><Relationship Id="rId34" Type="http://schemas.openxmlformats.org/officeDocument/2006/relationships/image" Target="../media/image25.png"/><Relationship Id="rId50" Type="http://schemas.openxmlformats.org/officeDocument/2006/relationships/image" Target="../media/image33.png"/><Relationship Id="rId55" Type="http://schemas.openxmlformats.org/officeDocument/2006/relationships/customXml" Target="../ink/ink29.xml"/><Relationship Id="rId76" Type="http://schemas.openxmlformats.org/officeDocument/2006/relationships/image" Target="../media/image46.png"/><Relationship Id="rId7" Type="http://schemas.openxmlformats.org/officeDocument/2006/relationships/customXml" Target="../ink/ink5.xml"/><Relationship Id="rId71" Type="http://schemas.openxmlformats.org/officeDocument/2006/relationships/customXml" Target="../ink/ink37.xml"/><Relationship Id="rId2" Type="http://schemas.openxmlformats.org/officeDocument/2006/relationships/notesSlide" Target="../notesSlides/notesSlide18.xml"/><Relationship Id="rId29" Type="http://schemas.openxmlformats.org/officeDocument/2006/relationships/customXml" Target="../ink/ink16.xml"/><Relationship Id="rId24" Type="http://schemas.openxmlformats.org/officeDocument/2006/relationships/image" Target="../media/image20.png"/><Relationship Id="rId40" Type="http://schemas.openxmlformats.org/officeDocument/2006/relationships/image" Target="../media/image28.png"/><Relationship Id="rId45" Type="http://schemas.openxmlformats.org/officeDocument/2006/relationships/customXml" Target="../ink/ink24.xml"/><Relationship Id="rId66" Type="http://schemas.openxmlformats.org/officeDocument/2006/relationships/image" Target="../media/image41.png"/><Relationship Id="rId87" Type="http://schemas.openxmlformats.org/officeDocument/2006/relationships/customXml" Target="../ink/ink45.xml"/><Relationship Id="rId61" Type="http://schemas.openxmlformats.org/officeDocument/2006/relationships/customXml" Target="../ink/ink32.xml"/><Relationship Id="rId82" Type="http://schemas.openxmlformats.org/officeDocument/2006/relationships/image" Target="../media/image4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image" Target="../media/image57.png"/><Relationship Id="rId5" Type="http://schemas.openxmlformats.org/officeDocument/2006/relationships/customXml" Target="../ink/ink46.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7.xml"/><Relationship Id="rId1" Type="http://schemas.openxmlformats.org/officeDocument/2006/relationships/tags" Target="../tags/tag1.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1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7.xml"/><Relationship Id="rId1" Type="http://schemas.openxmlformats.org/officeDocument/2006/relationships/tags" Target="../tags/tag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7.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7.xml"/><Relationship Id="rId1" Type="http://schemas.openxmlformats.org/officeDocument/2006/relationships/tags" Target="../tags/tag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17.xml"/><Relationship Id="rId4" Type="http://schemas.openxmlformats.org/officeDocument/2006/relationships/image" Target="../media/image6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17.xml"/><Relationship Id="rId4" Type="http://schemas.openxmlformats.org/officeDocument/2006/relationships/hyperlink" Target="https://dubailand.gov.ae/en/open-data/residential-properties-price-index-rppi/#/"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hyperlink" Target="https://dubailand.gov.ae/en/open-data/residential-properties-price-index-rppi/#/" TargetMode="External"/><Relationship Id="rId2" Type="http://schemas.openxmlformats.org/officeDocument/2006/relationships/notesSlide" Target="../notesSlides/notesSlide45.xml"/><Relationship Id="rId1" Type="http://schemas.openxmlformats.org/officeDocument/2006/relationships/slideLayout" Target="../slideLayouts/slideLayout17.xml"/><Relationship Id="rId6" Type="http://schemas.openxmlformats.org/officeDocument/2006/relationships/hyperlink" Target="https://www.thenationalnews.com/business/property/2022/06/15/dubai-property-prices-where-they-are-rising-and-falling-may-2022/" TargetMode="External"/><Relationship Id="rId5" Type="http://schemas.openxmlformats.org/officeDocument/2006/relationships/hyperlink" Target="https://dxbinteract.com/news/property-price-surge-q3-2023" TargetMode="External"/><Relationship Id="rId4" Type="http://schemas.openxmlformats.org/officeDocument/2006/relationships/hyperlink" Target="https://www.khaleejtimes.com/business/realty/dubai-heres-why-property-prices-will-continue-to-rise-in-202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a:lstStyle/>
          <a:p>
            <a:r>
              <a:rPr lang="en-GB" altLang="en-US" sz="2400" dirty="0"/>
              <a:t>Week 2 – </a:t>
            </a:r>
            <a:r>
              <a:rPr lang="en-GB" altLang="en-US" dirty="0"/>
              <a:t>The Working of Competitive Markets</a:t>
            </a:r>
            <a:endParaRPr lang="en-GB" altLang="en-US" sz="2400" dirty="0"/>
          </a:p>
          <a:p>
            <a:r>
              <a:rPr lang="en-GB" altLang="en-US" sz="2000" dirty="0"/>
              <a:t>Sloman </a:t>
            </a:r>
            <a:r>
              <a:rPr lang="en-GB" altLang="en-US" sz="2000" i="1" dirty="0"/>
              <a:t>et al</a:t>
            </a:r>
            <a:r>
              <a:rPr lang="en-GB" altLang="en-US" sz="2000" dirty="0"/>
              <a:t>., 2023, Chapters 4 &amp; 5</a:t>
            </a:r>
          </a:p>
          <a:p>
            <a:endParaRPr lang="en-GB" dirty="0"/>
          </a:p>
        </p:txBody>
      </p:sp>
    </p:spTree>
    <p:extLst>
      <p:ext uri="{BB962C8B-B14F-4D97-AF65-F5344CB8AC3E}">
        <p14:creationId xmlns:p14="http://schemas.microsoft.com/office/powerpoint/2010/main" val="15562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A9601-88AE-2082-3855-500EADD6D99D}"/>
              </a:ext>
            </a:extLst>
          </p:cNvPr>
          <p:cNvSpPr>
            <a:spLocks noGrp="1"/>
          </p:cNvSpPr>
          <p:nvPr>
            <p:ph type="ctrTitle"/>
          </p:nvPr>
        </p:nvSpPr>
        <p:spPr>
          <a:xfrm>
            <a:off x="409517" y="770225"/>
            <a:ext cx="11046041" cy="1001771"/>
          </a:xfrm>
        </p:spPr>
        <p:txBody>
          <a:bodyPr>
            <a:normAutofit/>
          </a:bodyPr>
          <a:lstStyle/>
          <a:p>
            <a:pPr algn="l"/>
            <a:r>
              <a:rPr lang="en-GB" sz="4000" dirty="0"/>
              <a:t>Structure of the session</a:t>
            </a:r>
          </a:p>
        </p:txBody>
      </p:sp>
      <p:sp>
        <p:nvSpPr>
          <p:cNvPr id="3" name="Subtitle 2">
            <a:extLst>
              <a:ext uri="{FF2B5EF4-FFF2-40B4-BE49-F238E27FC236}">
                <a16:creationId xmlns:a16="http://schemas.microsoft.com/office/drawing/2014/main" id="{7B55CDED-3955-4DC7-0861-B2716E1F4309}"/>
              </a:ext>
            </a:extLst>
          </p:cNvPr>
          <p:cNvSpPr>
            <a:spLocks noGrp="1"/>
          </p:cNvSpPr>
          <p:nvPr>
            <p:ph type="subTitle" idx="1"/>
          </p:nvPr>
        </p:nvSpPr>
        <p:spPr>
          <a:xfrm>
            <a:off x="409517" y="2136463"/>
            <a:ext cx="11528171" cy="3646380"/>
          </a:xfrm>
        </p:spPr>
        <p:txBody>
          <a:bodyPr/>
          <a:lstStyle/>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Demand and Supply</a:t>
            </a:r>
          </a:p>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Price Determination and Output</a:t>
            </a:r>
          </a:p>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Equilibrium in Markets</a:t>
            </a:r>
          </a:p>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Markets where prices are controlled</a:t>
            </a:r>
          </a:p>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Price Elasticity of Demand</a:t>
            </a:r>
          </a:p>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The Relationship between Price Elasticity of Demand and Total Revenue</a:t>
            </a:r>
          </a:p>
          <a:p>
            <a:pPr marL="342900" indent="-342900" algn="l">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Income Elasticity of Demand, Cross-Price Elasticity of Demand and Price Elasticity of Supply</a:t>
            </a:r>
          </a:p>
        </p:txBody>
      </p:sp>
    </p:spTree>
    <p:extLst>
      <p:ext uri="{BB962C8B-B14F-4D97-AF65-F5344CB8AC3E}">
        <p14:creationId xmlns:p14="http://schemas.microsoft.com/office/powerpoint/2010/main" val="3931260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1146-1EFE-54C8-58FF-3D3AA1DC4ABD}"/>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6D87652B-B5E4-0DD6-55D5-6F1404AA2586}"/>
              </a:ext>
            </a:extLst>
          </p:cNvPr>
          <p:cNvSpPr>
            <a:spLocks noGrp="1"/>
          </p:cNvSpPr>
          <p:nvPr>
            <p:ph idx="1"/>
          </p:nvPr>
        </p:nvSpPr>
        <p:spPr/>
        <p:txBody>
          <a:bodyPr/>
          <a:lstStyle/>
          <a:p>
            <a:r>
              <a:rPr lang="en-MY" dirty="0">
                <a:latin typeface="+mn-lt"/>
              </a:rPr>
              <a:t>Sloman et al (2023)</a:t>
            </a:r>
          </a:p>
          <a:p>
            <a:pPr lvl="1"/>
            <a:r>
              <a:rPr lang="en-MY" dirty="0">
                <a:latin typeface="+mn-lt"/>
              </a:rPr>
              <a:t>Chapter 4.3 – 4.4 </a:t>
            </a:r>
          </a:p>
          <a:p>
            <a:pPr lvl="1"/>
            <a:r>
              <a:rPr lang="en-MY" dirty="0">
                <a:latin typeface="+mn-lt"/>
              </a:rPr>
              <a:t>Boxes 4.1 &amp; 4.2 </a:t>
            </a:r>
          </a:p>
          <a:p>
            <a:pPr lvl="1"/>
            <a:r>
              <a:rPr lang="en-MY" dirty="0">
                <a:latin typeface="+mn-lt"/>
              </a:rPr>
              <a:t>Chapter 5.1 – 5.3 </a:t>
            </a:r>
          </a:p>
          <a:p>
            <a:pPr lvl="1"/>
            <a:r>
              <a:rPr lang="en-MY" dirty="0">
                <a:latin typeface="+mn-lt"/>
              </a:rPr>
              <a:t>Boxes 5.1 &amp; 5.2 	</a:t>
            </a:r>
          </a:p>
          <a:p>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2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endParaRPr lang="en-MY" dirty="0"/>
          </a:p>
        </p:txBody>
      </p:sp>
    </p:spTree>
    <p:extLst>
      <p:ext uri="{BB962C8B-B14F-4D97-AF65-F5344CB8AC3E}">
        <p14:creationId xmlns:p14="http://schemas.microsoft.com/office/powerpoint/2010/main" val="258502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48B277-0D20-42D2-8AE2-0B6645B26244}"/>
              </a:ext>
            </a:extLst>
          </p:cNvPr>
          <p:cNvSpPr>
            <a:spLocks noGrp="1"/>
          </p:cNvSpPr>
          <p:nvPr>
            <p:ph type="title"/>
          </p:nvPr>
        </p:nvSpPr>
        <p:spPr/>
        <p:txBody>
          <a:bodyPr/>
          <a:lstStyle/>
          <a:p>
            <a:pPr algn="l"/>
            <a:r>
              <a:rPr lang="en-GB"/>
              <a:t>Thinking about markets</a:t>
            </a:r>
          </a:p>
        </p:txBody>
      </p:sp>
      <p:sp>
        <p:nvSpPr>
          <p:cNvPr id="5" name="Content Placeholder 4">
            <a:extLst>
              <a:ext uri="{FF2B5EF4-FFF2-40B4-BE49-F238E27FC236}">
                <a16:creationId xmlns:a16="http://schemas.microsoft.com/office/drawing/2014/main" id="{E8B25A72-8F08-4C4F-AE0B-4B8C9D8DD483}"/>
              </a:ext>
            </a:extLst>
          </p:cNvPr>
          <p:cNvSpPr>
            <a:spLocks noGrp="1"/>
          </p:cNvSpPr>
          <p:nvPr>
            <p:ph idx="1"/>
          </p:nvPr>
        </p:nvSpPr>
        <p:spPr/>
        <p:txBody>
          <a:bodyPr/>
          <a:lstStyle/>
          <a:p>
            <a:r>
              <a:rPr lang="en-GB" dirty="0"/>
              <a:t>Assume that we can define a market from its context</a:t>
            </a:r>
          </a:p>
          <a:p>
            <a:pPr lvl="1"/>
            <a:r>
              <a:rPr lang="en-GB" dirty="0"/>
              <a:t>The market for street food in Edinburgh</a:t>
            </a:r>
          </a:p>
          <a:p>
            <a:pPr lvl="1"/>
            <a:r>
              <a:rPr lang="en-GB" dirty="0"/>
              <a:t>The market for air travel in Asia</a:t>
            </a:r>
          </a:p>
          <a:p>
            <a:pPr lvl="1"/>
            <a:r>
              <a:rPr lang="en-GB" dirty="0"/>
              <a:t>The global market for coffee beans</a:t>
            </a:r>
          </a:p>
          <a:p>
            <a:r>
              <a:rPr lang="en-GB" dirty="0"/>
              <a:t>Two sides to every market for goods and services</a:t>
            </a:r>
          </a:p>
          <a:p>
            <a:pPr lvl="1"/>
            <a:r>
              <a:rPr lang="en-GB" dirty="0"/>
              <a:t>Supply: provided by firms which create the goods and services</a:t>
            </a:r>
          </a:p>
          <a:p>
            <a:pPr lvl="1"/>
            <a:r>
              <a:rPr lang="en-GB" dirty="0"/>
              <a:t>Demand: provided by individual consumers who buy them</a:t>
            </a:r>
          </a:p>
          <a:p>
            <a:pPr lvl="2"/>
            <a:r>
              <a:rPr lang="en-GB" dirty="0"/>
              <a:t>Market supply – the total amount which firms bring to the market</a:t>
            </a:r>
          </a:p>
          <a:p>
            <a:pPr lvl="2"/>
            <a:r>
              <a:rPr lang="en-GB" dirty="0"/>
              <a:t>Market demand – the total amount which consumers buy in the market</a:t>
            </a:r>
          </a:p>
        </p:txBody>
      </p:sp>
    </p:spTree>
    <p:extLst>
      <p:ext uri="{BB962C8B-B14F-4D97-AF65-F5344CB8AC3E}">
        <p14:creationId xmlns:p14="http://schemas.microsoft.com/office/powerpoint/2010/main" val="373246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00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1500"/>
                            </p:stCondLst>
                            <p:childTnLst>
                              <p:par>
                                <p:cTn id="10" presetID="2" presetClass="entr" presetSubtype="4" fill="hold" nodeType="afterEffect">
                                  <p:stCondLst>
                                    <p:cond delay="1000"/>
                                  </p:stCondLst>
                                  <p:childTnLst>
                                    <p:set>
                                      <p:cBhvr>
                                        <p:cTn id="11" dur="1" fill="hold">
                                          <p:stCondLst>
                                            <p:cond delay="0"/>
                                          </p:stCondLst>
                                        </p:cTn>
                                        <p:tgtEl>
                                          <p:spTgt spid="5">
                                            <p:txEl>
                                              <p:pRg st="2" end="2"/>
                                            </p:txEl>
                                          </p:spTgt>
                                        </p:tgtEl>
                                        <p:attrNameLst>
                                          <p:attrName>style.visibility</p:attrName>
                                        </p:attrNameLst>
                                      </p:cBhvr>
                                      <p:to>
                                        <p:strVal val="visible"/>
                                      </p:to>
                                    </p:set>
                                    <p:anim calcmode="lin" valueType="num">
                                      <p:cBhvr additive="base">
                                        <p:cTn id="1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3000"/>
                            </p:stCondLst>
                            <p:childTnLst>
                              <p:par>
                                <p:cTn id="15" presetID="2" presetClass="entr" presetSubtype="4" fill="hold" nodeType="afterEffect">
                                  <p:stCondLst>
                                    <p:cond delay="100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1500"/>
                                  </p:stCondLst>
                                  <p:childTnLst>
                                    <p:set>
                                      <p:cBhvr>
                                        <p:cTn id="27" dur="1" fill="hold">
                                          <p:stCondLst>
                                            <p:cond delay="0"/>
                                          </p:stCondLst>
                                        </p:cTn>
                                        <p:tgtEl>
                                          <p:spTgt spid="5">
                                            <p:txEl>
                                              <p:pRg st="5" end="5"/>
                                            </p:txEl>
                                          </p:spTgt>
                                        </p:tgtEl>
                                        <p:attrNameLst>
                                          <p:attrName>style.visibility</p:attrName>
                                        </p:attrNameLst>
                                      </p:cBhvr>
                                      <p:to>
                                        <p:strVal val="visible"/>
                                      </p:to>
                                    </p:set>
                                    <p:anim calcmode="lin" valueType="num">
                                      <p:cBhvr additive="base">
                                        <p:cTn id="28"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fill="hold" nodeType="afterEffect">
                                  <p:stCondLst>
                                    <p:cond delay="150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par>
                          <p:cTn id="35" fill="hold">
                            <p:stCondLst>
                              <p:cond delay="4500"/>
                            </p:stCondLst>
                            <p:childTnLst>
                              <p:par>
                                <p:cTn id="36" presetID="2" presetClass="entr" presetSubtype="4" fill="hold" nodeType="afterEffect">
                                  <p:stCondLst>
                                    <p:cond delay="1500"/>
                                  </p:stCondLst>
                                  <p:childTnLst>
                                    <p:set>
                                      <p:cBhvr>
                                        <p:cTn id="37" dur="1" fill="hold">
                                          <p:stCondLst>
                                            <p:cond delay="0"/>
                                          </p:stCondLst>
                                        </p:cTn>
                                        <p:tgtEl>
                                          <p:spTgt spid="5">
                                            <p:txEl>
                                              <p:pRg st="7" end="7"/>
                                            </p:txEl>
                                          </p:spTgt>
                                        </p:tgtEl>
                                        <p:attrNameLst>
                                          <p:attrName>style.visibility</p:attrName>
                                        </p:attrNameLst>
                                      </p:cBhvr>
                                      <p:to>
                                        <p:strVal val="visible"/>
                                      </p:to>
                                    </p:set>
                                    <p:anim calcmode="lin" valueType="num">
                                      <p:cBhvr additive="base">
                                        <p:cTn id="38"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par>
                          <p:cTn id="40" fill="hold">
                            <p:stCondLst>
                              <p:cond delay="6500"/>
                            </p:stCondLst>
                            <p:childTnLst>
                              <p:par>
                                <p:cTn id="41" presetID="2" presetClass="entr" presetSubtype="4" fill="hold" nodeType="afterEffect">
                                  <p:stCondLst>
                                    <p:cond delay="150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5" name="Rectangle 5">
            <a:extLst>
              <a:ext uri="{FF2B5EF4-FFF2-40B4-BE49-F238E27FC236}">
                <a16:creationId xmlns:a16="http://schemas.microsoft.com/office/drawing/2014/main" id="{8B19C671-9494-4635-8995-63E8F7B19657}"/>
              </a:ext>
            </a:extLst>
          </p:cNvPr>
          <p:cNvSpPr>
            <a:spLocks noGrp="1"/>
          </p:cNvSpPr>
          <p:nvPr>
            <p:ph type="title"/>
          </p:nvPr>
        </p:nvSpPr>
        <p:spPr>
          <a:noFill/>
          <a:ln/>
        </p:spPr>
        <p:txBody>
          <a:bodyPr/>
          <a:lstStyle/>
          <a:p>
            <a:r>
              <a:rPr lang="en-GB" altLang="en-US"/>
              <a:t>Business in a Competitive Market</a:t>
            </a:r>
          </a:p>
        </p:txBody>
      </p:sp>
      <p:sp>
        <p:nvSpPr>
          <p:cNvPr id="363523" name="Rectangle 3">
            <a:extLst>
              <a:ext uri="{FF2B5EF4-FFF2-40B4-BE49-F238E27FC236}">
                <a16:creationId xmlns:a16="http://schemas.microsoft.com/office/drawing/2014/main" id="{73ED19B7-D023-4399-8236-B7181829C553}"/>
              </a:ext>
            </a:extLst>
          </p:cNvPr>
          <p:cNvSpPr>
            <a:spLocks noGrp="1"/>
          </p:cNvSpPr>
          <p:nvPr>
            <p:ph sz="quarter" idx="1"/>
          </p:nvPr>
        </p:nvSpPr>
        <p:spPr>
          <a:xfrm>
            <a:off x="402336" y="1601511"/>
            <a:ext cx="10951464" cy="4716679"/>
          </a:xfrm>
        </p:spPr>
        <p:txBody>
          <a:bodyPr/>
          <a:lstStyle/>
          <a:p>
            <a:pPr lvl="1">
              <a:lnSpc>
                <a:spcPct val="100000"/>
              </a:lnSpc>
              <a:spcBef>
                <a:spcPts val="1200"/>
              </a:spcBef>
            </a:pPr>
            <a:r>
              <a:rPr lang="en-GB" altLang="en-US" sz="2200" b="1" dirty="0">
                <a:latin typeface="Calibri" panose="020F0502020204030204" pitchFamily="34" charset="0"/>
                <a:cs typeface="Calibri" panose="020F0502020204030204" pitchFamily="34" charset="0"/>
              </a:rPr>
              <a:t>In a free market</a:t>
            </a:r>
            <a:endParaRPr lang="en-GB" altLang="en-US" sz="2200" dirty="0">
              <a:latin typeface="Calibri" panose="020F0502020204030204" pitchFamily="34" charset="0"/>
              <a:cs typeface="Calibri" panose="020F0502020204030204" pitchFamily="34" charset="0"/>
            </a:endParaRPr>
          </a:p>
          <a:p>
            <a:pPr lvl="2">
              <a:lnSpc>
                <a:spcPct val="100000"/>
              </a:lnSpc>
              <a:spcBef>
                <a:spcPts val="1200"/>
              </a:spcBef>
            </a:pPr>
            <a:r>
              <a:rPr lang="en-GB" altLang="en-US" sz="2200" b="1" dirty="0">
                <a:latin typeface="Calibri" panose="020F0502020204030204" pitchFamily="34" charset="0"/>
                <a:cs typeface="Calibri" panose="020F0502020204030204" pitchFamily="34" charset="0"/>
              </a:rPr>
              <a:t>Consumers</a:t>
            </a:r>
            <a:r>
              <a:rPr lang="en-GB" altLang="en-US" sz="2200" dirty="0">
                <a:latin typeface="Calibri" panose="020F0502020204030204" pitchFamily="34" charset="0"/>
                <a:cs typeface="Calibri" panose="020F0502020204030204" pitchFamily="34" charset="0"/>
              </a:rPr>
              <a:t> are free to decide what to buy with their incomes (i.e., free to make </a:t>
            </a:r>
            <a:r>
              <a:rPr lang="en-GB" altLang="en-US" sz="2200" b="1" dirty="0">
                <a:latin typeface="Calibri" panose="020F0502020204030204" pitchFamily="34" charset="0"/>
                <a:cs typeface="Calibri" panose="020F0502020204030204" pitchFamily="34" charset="0"/>
              </a:rPr>
              <a:t>demand</a:t>
            </a:r>
            <a:r>
              <a:rPr lang="en-GB" altLang="en-US" sz="2200" dirty="0">
                <a:latin typeface="Calibri" panose="020F0502020204030204" pitchFamily="34" charset="0"/>
                <a:cs typeface="Calibri" panose="020F0502020204030204" pitchFamily="34" charset="0"/>
              </a:rPr>
              <a:t> decisions)</a:t>
            </a:r>
          </a:p>
          <a:p>
            <a:pPr lvl="2">
              <a:lnSpc>
                <a:spcPct val="100000"/>
              </a:lnSpc>
              <a:spcBef>
                <a:spcPts val="1200"/>
              </a:spcBef>
            </a:pPr>
            <a:r>
              <a:rPr lang="en-GB" altLang="en-US" sz="2200" b="1" dirty="0">
                <a:latin typeface="Calibri" panose="020F0502020204030204" pitchFamily="34" charset="0"/>
                <a:cs typeface="Calibri" panose="020F0502020204030204" pitchFamily="34" charset="0"/>
              </a:rPr>
              <a:t>Firms</a:t>
            </a:r>
            <a:r>
              <a:rPr lang="en-GB" altLang="en-US" sz="2200" dirty="0">
                <a:latin typeface="Calibri" panose="020F0502020204030204" pitchFamily="34" charset="0"/>
                <a:cs typeface="Calibri" panose="020F0502020204030204" pitchFamily="34" charset="0"/>
              </a:rPr>
              <a:t> are free to choose what to sell and what productions methods to use (i.e., free to make </a:t>
            </a:r>
            <a:r>
              <a:rPr lang="en-GB" altLang="en-US" sz="2200" b="1" dirty="0">
                <a:latin typeface="Calibri" panose="020F0502020204030204" pitchFamily="34" charset="0"/>
                <a:cs typeface="Calibri" panose="020F0502020204030204" pitchFamily="34" charset="0"/>
              </a:rPr>
              <a:t>supply</a:t>
            </a:r>
            <a:r>
              <a:rPr lang="en-GB" altLang="en-US" sz="2200" dirty="0">
                <a:latin typeface="Calibri" panose="020F0502020204030204" pitchFamily="34" charset="0"/>
                <a:cs typeface="Calibri" panose="020F0502020204030204" pitchFamily="34" charset="0"/>
              </a:rPr>
              <a:t> decisions)</a:t>
            </a:r>
          </a:p>
          <a:p>
            <a:pPr lvl="2">
              <a:lnSpc>
                <a:spcPct val="100000"/>
              </a:lnSpc>
              <a:spcBef>
                <a:spcPts val="1200"/>
              </a:spcBef>
            </a:pPr>
            <a:r>
              <a:rPr lang="en-GB" sz="2200" dirty="0">
                <a:latin typeface="Calibri" panose="020F0502020204030204" pitchFamily="34" charset="0"/>
                <a:cs typeface="Calibri" panose="020F0502020204030204" pitchFamily="34" charset="0"/>
              </a:rPr>
              <a:t>Consumers create the </a:t>
            </a:r>
            <a:r>
              <a:rPr lang="en-GB" sz="2200" b="1" dirty="0">
                <a:latin typeface="Calibri" panose="020F0502020204030204" pitchFamily="34" charset="0"/>
                <a:cs typeface="Calibri" panose="020F0502020204030204" pitchFamily="34" charset="0"/>
              </a:rPr>
              <a:t>demand,</a:t>
            </a:r>
            <a:r>
              <a:rPr lang="en-GB" sz="2200" dirty="0">
                <a:latin typeface="Calibri" panose="020F0502020204030204" pitchFamily="34" charset="0"/>
                <a:cs typeface="Calibri" panose="020F0502020204030204" pitchFamily="34" charset="0"/>
              </a:rPr>
              <a:t> and firms provide the </a:t>
            </a:r>
            <a:r>
              <a:rPr lang="en-GB" sz="2200" b="1" dirty="0">
                <a:latin typeface="Calibri" panose="020F0502020204030204" pitchFamily="34" charset="0"/>
                <a:cs typeface="Calibri" panose="020F0502020204030204" pitchFamily="34" charset="0"/>
              </a:rPr>
              <a:t>supply</a:t>
            </a:r>
            <a:r>
              <a:rPr lang="en-GB" sz="2200" dirty="0">
                <a:latin typeface="Calibri" panose="020F0502020204030204" pitchFamily="34" charset="0"/>
                <a:cs typeface="Calibri" panose="020F0502020204030204" pitchFamily="34" charset="0"/>
              </a:rPr>
              <a:t> and the two together create a market, where prices and quantities exchanged are established. </a:t>
            </a:r>
          </a:p>
          <a:p>
            <a:pPr lvl="2">
              <a:lnSpc>
                <a:spcPct val="100000"/>
              </a:lnSpc>
              <a:spcBef>
                <a:spcPts val="1200"/>
              </a:spcBef>
            </a:pPr>
            <a:r>
              <a:rPr lang="en-GB" sz="2200" dirty="0">
                <a:latin typeface="Calibri" panose="020F0502020204030204" pitchFamily="34" charset="0"/>
                <a:cs typeface="Calibri" panose="020F0502020204030204" pitchFamily="34" charset="0"/>
              </a:rPr>
              <a:t>This interaction of supply and demand to establish prices and quantities is known as the </a:t>
            </a:r>
            <a:r>
              <a:rPr lang="en-GB" sz="2200" b="1" dirty="0">
                <a:latin typeface="Calibri" panose="020F0502020204030204" pitchFamily="34" charset="0"/>
                <a:cs typeface="Calibri" panose="020F0502020204030204" pitchFamily="34" charset="0"/>
              </a:rPr>
              <a:t>market mechanism</a:t>
            </a:r>
            <a:r>
              <a:rPr lang="en-GB" sz="2200" dirty="0">
                <a:latin typeface="Calibri" panose="020F0502020204030204" pitchFamily="34" charset="0"/>
                <a:cs typeface="Calibri" panose="020F0502020204030204" pitchFamily="34" charset="0"/>
              </a:rPr>
              <a:t>. </a:t>
            </a:r>
            <a:endParaRPr lang="en-GB" alt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8839647"/>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p:tgtEl>
                                          <p:spTgt spid="36352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352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63523">
                                            <p:txEl>
                                              <p:pRg st="1" end="1"/>
                                            </p:txEl>
                                          </p:spTgt>
                                        </p:tgtEl>
                                        <p:attrNameLst>
                                          <p:attrName>style.visibility</p:attrName>
                                        </p:attrNameLst>
                                      </p:cBhvr>
                                      <p:to>
                                        <p:strVal val="visible"/>
                                      </p:to>
                                    </p:set>
                                    <p:anim calcmode="lin" valueType="num">
                                      <p:cBhvr additive="base">
                                        <p:cTn id="13" dur="500"/>
                                        <p:tgtEl>
                                          <p:spTgt spid="36352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635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63523">
                                            <p:txEl>
                                              <p:pRg st="2" end="2"/>
                                            </p:txEl>
                                          </p:spTgt>
                                        </p:tgtEl>
                                        <p:attrNameLst>
                                          <p:attrName>style.visibility</p:attrName>
                                        </p:attrNameLst>
                                      </p:cBhvr>
                                      <p:to>
                                        <p:strVal val="visible"/>
                                      </p:to>
                                    </p:set>
                                    <p:anim calcmode="lin" valueType="num">
                                      <p:cBhvr additive="base">
                                        <p:cTn id="19" dur="500"/>
                                        <p:tgtEl>
                                          <p:spTgt spid="36352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6352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63523">
                                            <p:txEl>
                                              <p:pRg st="3" end="3"/>
                                            </p:txEl>
                                          </p:spTgt>
                                        </p:tgtEl>
                                        <p:attrNameLst>
                                          <p:attrName>style.visibility</p:attrName>
                                        </p:attrNameLst>
                                      </p:cBhvr>
                                      <p:to>
                                        <p:strVal val="visible"/>
                                      </p:to>
                                    </p:set>
                                    <p:anim calcmode="lin" valueType="num">
                                      <p:cBhvr additive="base">
                                        <p:cTn id="25" dur="500"/>
                                        <p:tgtEl>
                                          <p:spTgt spid="36352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6352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63523">
                                            <p:txEl>
                                              <p:pRg st="4" end="4"/>
                                            </p:txEl>
                                          </p:spTgt>
                                        </p:tgtEl>
                                        <p:attrNameLst>
                                          <p:attrName>style.visibility</p:attrName>
                                        </p:attrNameLst>
                                      </p:cBhvr>
                                      <p:to>
                                        <p:strVal val="visible"/>
                                      </p:to>
                                    </p:set>
                                    <p:anim calcmode="lin" valueType="num">
                                      <p:cBhvr additive="base">
                                        <p:cTn id="31" dur="500"/>
                                        <p:tgtEl>
                                          <p:spTgt spid="36352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635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3"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5" name="Rectangle 5">
            <a:extLst>
              <a:ext uri="{FF2B5EF4-FFF2-40B4-BE49-F238E27FC236}">
                <a16:creationId xmlns:a16="http://schemas.microsoft.com/office/drawing/2014/main" id="{8B19C671-9494-4635-8995-63E8F7B19657}"/>
              </a:ext>
            </a:extLst>
          </p:cNvPr>
          <p:cNvSpPr>
            <a:spLocks noGrp="1"/>
          </p:cNvSpPr>
          <p:nvPr>
            <p:ph type="title"/>
          </p:nvPr>
        </p:nvSpPr>
        <p:spPr>
          <a:noFill/>
          <a:ln/>
        </p:spPr>
        <p:txBody>
          <a:bodyPr/>
          <a:lstStyle/>
          <a:p>
            <a:r>
              <a:rPr lang="en-GB" altLang="en-US"/>
              <a:t>Demand</a:t>
            </a:r>
          </a:p>
        </p:txBody>
      </p:sp>
      <p:sp>
        <p:nvSpPr>
          <p:cNvPr id="363523" name="Rectangle 3">
            <a:extLst>
              <a:ext uri="{FF2B5EF4-FFF2-40B4-BE49-F238E27FC236}">
                <a16:creationId xmlns:a16="http://schemas.microsoft.com/office/drawing/2014/main" id="{73ED19B7-D023-4399-8236-B7181829C553}"/>
              </a:ext>
            </a:extLst>
          </p:cNvPr>
          <p:cNvSpPr>
            <a:spLocks noGrp="1"/>
          </p:cNvSpPr>
          <p:nvPr>
            <p:ph sz="quarter" idx="1"/>
          </p:nvPr>
        </p:nvSpPr>
        <p:spPr>
          <a:xfrm>
            <a:off x="402337" y="1362337"/>
            <a:ext cx="11305350" cy="4772775"/>
          </a:xfrm>
        </p:spPr>
        <p:txBody>
          <a:bodyPr>
            <a:normAutofit/>
          </a:bodyPr>
          <a:lstStyle/>
          <a:p>
            <a:pPr lvl="1">
              <a:spcBef>
                <a:spcPts val="1200"/>
              </a:spcBef>
            </a:pPr>
            <a:r>
              <a:rPr lang="en-GB" altLang="en-US" sz="2000" b="1">
                <a:latin typeface="Calibri" panose="020F0502020204030204" pitchFamily="34" charset="0"/>
                <a:cs typeface="Calibri" panose="020F0502020204030204" pitchFamily="34" charset="0"/>
              </a:rPr>
              <a:t>The Relationship between Demand and Price</a:t>
            </a:r>
          </a:p>
          <a:p>
            <a:pPr lvl="2">
              <a:spcBef>
                <a:spcPts val="1200"/>
              </a:spcBef>
            </a:pPr>
            <a:r>
              <a:rPr lang="en-GB" altLang="en-US" sz="2000">
                <a:latin typeface="Calibri" panose="020F0502020204030204" pitchFamily="34" charset="0"/>
                <a:cs typeface="Calibri" panose="020F0502020204030204" pitchFamily="34" charset="0"/>
              </a:rPr>
              <a:t>What would you do if the price of something you buy increases?</a:t>
            </a:r>
          </a:p>
          <a:p>
            <a:pPr marL="914400" lvl="2" indent="0">
              <a:spcBef>
                <a:spcPts val="1200"/>
              </a:spcBef>
              <a:buNone/>
            </a:pPr>
            <a:endParaRPr lang="en-GB" altLang="en-US" sz="2000">
              <a:latin typeface="Calibri" panose="020F0502020204030204" pitchFamily="34" charset="0"/>
              <a:cs typeface="Calibri" panose="020F0502020204030204" pitchFamily="34" charset="0"/>
            </a:endParaRPr>
          </a:p>
          <a:p>
            <a:pPr lvl="1">
              <a:spcBef>
                <a:spcPts val="1200"/>
              </a:spcBef>
            </a:pPr>
            <a:r>
              <a:rPr lang="en-GB" altLang="en-US" sz="2000" b="1">
                <a:latin typeface="Calibri" panose="020F0502020204030204" pitchFamily="34" charset="0"/>
                <a:cs typeface="Calibri" panose="020F0502020204030204" pitchFamily="34" charset="0"/>
              </a:rPr>
              <a:t>The Law of Demand - when the price of a good rises, the quantity demanded will fall</a:t>
            </a:r>
            <a:endParaRPr lang="en-GB" altLang="en-US">
              <a:highlight>
                <a:srgbClr val="FFFF00"/>
              </a:highlight>
              <a:latin typeface="Calibri" panose="020F0502020204030204" pitchFamily="34" charset="0"/>
              <a:cs typeface="Calibri" panose="020F0502020204030204" pitchFamily="34" charset="0"/>
            </a:endParaRPr>
          </a:p>
          <a:p>
            <a:pPr lvl="3">
              <a:spcBef>
                <a:spcPts val="1200"/>
              </a:spcBef>
            </a:pPr>
            <a:r>
              <a:rPr lang="en-GB" altLang="en-US" sz="2000" b="1">
                <a:latin typeface="Calibri" panose="020F0502020204030204" pitchFamily="34" charset="0"/>
                <a:cs typeface="Calibri" panose="020F0502020204030204" pitchFamily="34" charset="0"/>
              </a:rPr>
              <a:t>Income effect </a:t>
            </a:r>
            <a:r>
              <a:rPr lang="en-GB" altLang="en-US" sz="2000">
                <a:latin typeface="Calibri" panose="020F0502020204030204" pitchFamily="34" charset="0"/>
                <a:cs typeface="Calibri" panose="020F0502020204030204" pitchFamily="34" charset="0"/>
              </a:rPr>
              <a:t>– people will feel poorer. They will not be able to afford to buy as much of the good with their money.</a:t>
            </a:r>
          </a:p>
          <a:p>
            <a:pPr lvl="3">
              <a:spcBef>
                <a:spcPts val="1200"/>
              </a:spcBef>
            </a:pPr>
            <a:r>
              <a:rPr lang="en-GB" altLang="en-US" sz="2000" b="1">
                <a:latin typeface="Calibri" panose="020F0502020204030204" pitchFamily="34" charset="0"/>
                <a:cs typeface="Calibri" panose="020F0502020204030204" pitchFamily="34" charset="0"/>
              </a:rPr>
              <a:t>Substitution effect </a:t>
            </a:r>
            <a:r>
              <a:rPr lang="en-GB" altLang="en-US" sz="2000">
                <a:latin typeface="Calibri" panose="020F0502020204030204" pitchFamily="34" charset="0"/>
                <a:cs typeface="Calibri" panose="020F0502020204030204" pitchFamily="34" charset="0"/>
              </a:rPr>
              <a:t>– the price has risen relative to other goods. People will therefore switch to alternative or ‘substitute’ goods.</a:t>
            </a:r>
          </a:p>
          <a:p>
            <a:pPr lvl="3">
              <a:spcBef>
                <a:spcPts val="1200"/>
              </a:spcBef>
            </a:pPr>
            <a:r>
              <a:rPr lang="en-GB" altLang="en-US" sz="2000">
                <a:latin typeface="Calibri" panose="020F0502020204030204" pitchFamily="34" charset="0"/>
                <a:cs typeface="Calibri" panose="020F0502020204030204" pitchFamily="34" charset="0"/>
              </a:rPr>
              <a:t>*Quantity demanded refers to the amount consumers are </a:t>
            </a:r>
            <a:r>
              <a:rPr lang="en-GB" altLang="en-US" sz="2000" i="1">
                <a:latin typeface="Calibri" panose="020F0502020204030204" pitchFamily="34" charset="0"/>
                <a:cs typeface="Calibri" panose="020F0502020204030204" pitchFamily="34" charset="0"/>
              </a:rPr>
              <a:t>willing and able to purchase </a:t>
            </a:r>
            <a:r>
              <a:rPr lang="en-GB" altLang="en-US" sz="2000">
                <a:latin typeface="Calibri" panose="020F0502020204030204" pitchFamily="34" charset="0"/>
                <a:cs typeface="Calibri" panose="020F0502020204030204" pitchFamily="34" charset="0"/>
              </a:rPr>
              <a:t>at a given price over a given time period, </a:t>
            </a:r>
            <a:r>
              <a:rPr lang="en-GB" altLang="en-US" sz="2000" i="1">
                <a:latin typeface="Calibri" panose="020F0502020204030204" pitchFamily="34" charset="0"/>
                <a:cs typeface="Calibri" panose="020F0502020204030204" pitchFamily="34" charset="0"/>
              </a:rPr>
              <a:t>not what people would like to consume</a:t>
            </a:r>
            <a:r>
              <a:rPr lang="en-GB" altLang="en-US" sz="2000">
                <a:latin typeface="Calibri" panose="020F0502020204030204" pitchFamily="34" charset="0"/>
                <a:cs typeface="Calibri" panose="020F0502020204030204" pitchFamily="34" charset="0"/>
              </a:rPr>
              <a:t>.</a:t>
            </a:r>
          </a:p>
          <a:p>
            <a:pPr lvl="1">
              <a:spcBef>
                <a:spcPts val="1200"/>
              </a:spcBef>
            </a:pPr>
            <a:endParaRPr lang="en-GB" altLang="en-US">
              <a:highlight>
                <a:srgbClr val="FFFF00"/>
              </a:highlight>
              <a:latin typeface="Calibri" panose="020F0502020204030204" pitchFamily="34" charset="0"/>
              <a:cs typeface="Calibri" panose="020F0502020204030204" pitchFamily="34" charset="0"/>
            </a:endParaRPr>
          </a:p>
          <a:p>
            <a:pPr lvl="1">
              <a:spcBef>
                <a:spcPts val="1200"/>
              </a:spcBef>
            </a:pPr>
            <a:r>
              <a:rPr lang="en-GB" altLang="en-US" sz="2000">
                <a:highlight>
                  <a:srgbClr val="FFFF00"/>
                </a:highlight>
                <a:latin typeface="Calibri" panose="020F0502020204030204" pitchFamily="34" charset="0"/>
                <a:cs typeface="Calibri" panose="020F0502020204030204" pitchFamily="34" charset="0"/>
              </a:rPr>
              <a:t>Activity – take two minutes to draw a demand curve</a:t>
            </a:r>
          </a:p>
        </p:txBody>
      </p:sp>
    </p:spTree>
    <p:extLst>
      <p:ext uri="{BB962C8B-B14F-4D97-AF65-F5344CB8AC3E}">
        <p14:creationId xmlns:p14="http://schemas.microsoft.com/office/powerpoint/2010/main" val="94385531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p:tgtEl>
                                          <p:spTgt spid="36352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352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63523">
                                            <p:txEl>
                                              <p:pRg st="1" end="1"/>
                                            </p:txEl>
                                          </p:spTgt>
                                        </p:tgtEl>
                                        <p:attrNameLst>
                                          <p:attrName>style.visibility</p:attrName>
                                        </p:attrNameLst>
                                      </p:cBhvr>
                                      <p:to>
                                        <p:strVal val="visible"/>
                                      </p:to>
                                    </p:set>
                                    <p:anim calcmode="lin" valueType="num">
                                      <p:cBhvr additive="base">
                                        <p:cTn id="13" dur="500"/>
                                        <p:tgtEl>
                                          <p:spTgt spid="36352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635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63523">
                                            <p:txEl>
                                              <p:pRg st="3" end="3"/>
                                            </p:txEl>
                                          </p:spTgt>
                                        </p:tgtEl>
                                        <p:attrNameLst>
                                          <p:attrName>style.visibility</p:attrName>
                                        </p:attrNameLst>
                                      </p:cBhvr>
                                      <p:to>
                                        <p:strVal val="visible"/>
                                      </p:to>
                                    </p:set>
                                    <p:anim calcmode="lin" valueType="num">
                                      <p:cBhvr additive="base">
                                        <p:cTn id="19" dur="500"/>
                                        <p:tgtEl>
                                          <p:spTgt spid="363523">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63523">
                                            <p:txEl>
                                              <p:pRg st="3" end="3"/>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63523">
                                            <p:txEl>
                                              <p:pRg st="4" end="4"/>
                                            </p:txEl>
                                          </p:spTgt>
                                        </p:tgtEl>
                                        <p:attrNameLst>
                                          <p:attrName>style.visibility</p:attrName>
                                        </p:attrNameLst>
                                      </p:cBhvr>
                                      <p:to>
                                        <p:strVal val="visible"/>
                                      </p:to>
                                    </p:set>
                                    <p:anim calcmode="lin" valueType="num">
                                      <p:cBhvr additive="base">
                                        <p:cTn id="23" dur="500"/>
                                        <p:tgtEl>
                                          <p:spTgt spid="363523">
                                            <p:txEl>
                                              <p:pRg st="4" end="4"/>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63523">
                                            <p:txEl>
                                              <p:pRg st="4" end="4"/>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63523">
                                            <p:txEl>
                                              <p:pRg st="5" end="5"/>
                                            </p:txEl>
                                          </p:spTgt>
                                        </p:tgtEl>
                                        <p:attrNameLst>
                                          <p:attrName>style.visibility</p:attrName>
                                        </p:attrNameLst>
                                      </p:cBhvr>
                                      <p:to>
                                        <p:strVal val="visible"/>
                                      </p:to>
                                    </p:set>
                                    <p:anim calcmode="lin" valueType="num">
                                      <p:cBhvr additive="base">
                                        <p:cTn id="27" dur="500"/>
                                        <p:tgtEl>
                                          <p:spTgt spid="363523">
                                            <p:txEl>
                                              <p:pRg st="5" end="5"/>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63523">
                                            <p:txEl>
                                              <p:pRg st="5" end="5"/>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63523">
                                            <p:txEl>
                                              <p:pRg st="6" end="6"/>
                                            </p:txEl>
                                          </p:spTgt>
                                        </p:tgtEl>
                                        <p:attrNameLst>
                                          <p:attrName>style.visibility</p:attrName>
                                        </p:attrNameLst>
                                      </p:cBhvr>
                                      <p:to>
                                        <p:strVal val="visible"/>
                                      </p:to>
                                    </p:set>
                                    <p:anim calcmode="lin" valueType="num">
                                      <p:cBhvr additive="base">
                                        <p:cTn id="31" dur="500"/>
                                        <p:tgtEl>
                                          <p:spTgt spid="363523">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6352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63523">
                                            <p:txEl>
                                              <p:pRg st="8" end="8"/>
                                            </p:txEl>
                                          </p:spTgt>
                                        </p:tgtEl>
                                        <p:attrNameLst>
                                          <p:attrName>style.visibility</p:attrName>
                                        </p:attrNameLst>
                                      </p:cBhvr>
                                      <p:to>
                                        <p:strVal val="visible"/>
                                      </p:to>
                                    </p:set>
                                    <p:anim calcmode="lin" valueType="num">
                                      <p:cBhvr additive="base">
                                        <p:cTn id="37" dur="500"/>
                                        <p:tgtEl>
                                          <p:spTgt spid="363523">
                                            <p:txEl>
                                              <p:pRg st="8" end="8"/>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635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3"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5" name="Rectangle 5">
            <a:extLst>
              <a:ext uri="{FF2B5EF4-FFF2-40B4-BE49-F238E27FC236}">
                <a16:creationId xmlns:a16="http://schemas.microsoft.com/office/drawing/2014/main" id="{8B19C671-9494-4635-8995-63E8F7B19657}"/>
              </a:ext>
            </a:extLst>
          </p:cNvPr>
          <p:cNvSpPr>
            <a:spLocks noGrp="1"/>
          </p:cNvSpPr>
          <p:nvPr>
            <p:ph type="title"/>
          </p:nvPr>
        </p:nvSpPr>
        <p:spPr>
          <a:noFill/>
          <a:ln/>
        </p:spPr>
        <p:txBody>
          <a:bodyPr/>
          <a:lstStyle/>
          <a:p>
            <a:r>
              <a:rPr lang="en-GB" altLang="en-US"/>
              <a:t>Demand</a:t>
            </a:r>
          </a:p>
        </p:txBody>
      </p:sp>
      <p:pic>
        <p:nvPicPr>
          <p:cNvPr id="2" name="Picture 1">
            <a:extLst>
              <a:ext uri="{FF2B5EF4-FFF2-40B4-BE49-F238E27FC236}">
                <a16:creationId xmlns:a16="http://schemas.microsoft.com/office/drawing/2014/main" id="{45FA6A1C-ED38-0716-513B-8391B9CE05C9}"/>
              </a:ext>
            </a:extLst>
          </p:cNvPr>
          <p:cNvPicPr>
            <a:picLocks noChangeAspect="1"/>
          </p:cNvPicPr>
          <p:nvPr/>
        </p:nvPicPr>
        <p:blipFill>
          <a:blip r:embed="rId3"/>
          <a:stretch>
            <a:fillRect/>
          </a:stretch>
        </p:blipFill>
        <p:spPr>
          <a:xfrm>
            <a:off x="723666" y="2109396"/>
            <a:ext cx="5866470" cy="4061402"/>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365282B-9F0D-1548-D455-FABD907F76CF}"/>
                  </a:ext>
                </a:extLst>
              </p14:cNvPr>
              <p14:cNvContentPartPr/>
              <p14:nvPr/>
            </p14:nvContentPartPr>
            <p14:xfrm>
              <a:off x="3881432" y="2418513"/>
              <a:ext cx="298080" cy="168120"/>
            </p14:xfrm>
          </p:contentPart>
        </mc:Choice>
        <mc:Fallback xmlns="">
          <p:pic>
            <p:nvPicPr>
              <p:cNvPr id="3" name="Ink 2">
                <a:extLst>
                  <a:ext uri="{FF2B5EF4-FFF2-40B4-BE49-F238E27FC236}">
                    <a16:creationId xmlns:a16="http://schemas.microsoft.com/office/drawing/2014/main" id="{B365282B-9F0D-1548-D455-FABD907F76CF}"/>
                  </a:ext>
                </a:extLst>
              </p:cNvPr>
              <p:cNvPicPr/>
              <p:nvPr/>
            </p:nvPicPr>
            <p:blipFill>
              <a:blip r:embed="rId5"/>
              <a:stretch>
                <a:fillRect/>
              </a:stretch>
            </p:blipFill>
            <p:spPr>
              <a:xfrm>
                <a:off x="3872432" y="2409513"/>
                <a:ext cx="3157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17F7E84F-0B0B-CD64-8D28-0E014121D03B}"/>
                  </a:ext>
                </a:extLst>
              </p14:cNvPr>
              <p14:cNvContentPartPr/>
              <p14:nvPr/>
            </p14:nvContentPartPr>
            <p14:xfrm>
              <a:off x="2482112" y="2385753"/>
              <a:ext cx="2108880" cy="281160"/>
            </p14:xfrm>
          </p:contentPart>
        </mc:Choice>
        <mc:Fallback xmlns="">
          <p:pic>
            <p:nvPicPr>
              <p:cNvPr id="5" name="Ink 4">
                <a:extLst>
                  <a:ext uri="{FF2B5EF4-FFF2-40B4-BE49-F238E27FC236}">
                    <a16:creationId xmlns:a16="http://schemas.microsoft.com/office/drawing/2014/main" id="{17F7E84F-0B0B-CD64-8D28-0E014121D03B}"/>
                  </a:ext>
                </a:extLst>
              </p:cNvPr>
              <p:cNvPicPr/>
              <p:nvPr/>
            </p:nvPicPr>
            <p:blipFill>
              <a:blip r:embed="rId7"/>
              <a:stretch>
                <a:fillRect/>
              </a:stretch>
            </p:blipFill>
            <p:spPr>
              <a:xfrm>
                <a:off x="2464115" y="2367753"/>
                <a:ext cx="2144514" cy="316800"/>
              </a:xfrm>
              <a:prstGeom prst="rect">
                <a:avLst/>
              </a:prstGeom>
            </p:spPr>
          </p:pic>
        </mc:Fallback>
      </mc:AlternateContent>
      <p:sp>
        <p:nvSpPr>
          <p:cNvPr id="4" name="TextBox 3">
            <a:extLst>
              <a:ext uri="{FF2B5EF4-FFF2-40B4-BE49-F238E27FC236}">
                <a16:creationId xmlns:a16="http://schemas.microsoft.com/office/drawing/2014/main" id="{0756C814-F766-FB83-4012-C547EA66B48D}"/>
              </a:ext>
            </a:extLst>
          </p:cNvPr>
          <p:cNvSpPr txBox="1"/>
          <p:nvPr/>
        </p:nvSpPr>
        <p:spPr>
          <a:xfrm>
            <a:off x="7006658" y="711954"/>
            <a:ext cx="4734685" cy="4401205"/>
          </a:xfrm>
          <a:prstGeom prst="rect">
            <a:avLst/>
          </a:prstGeom>
          <a:noFill/>
        </p:spPr>
        <p:txBody>
          <a:bodyPr wrap="square" rtlCol="0">
            <a:spAutoFit/>
          </a:bodyPr>
          <a:lstStyle/>
          <a:p>
            <a:r>
              <a:rPr lang="en-GB" altLang="en-US" sz="2000" b="1">
                <a:latin typeface="Calibri" panose="020F0502020204030204" pitchFamily="34" charset="0"/>
                <a:ea typeface="Calibri" panose="020F0502020204030204" pitchFamily="34" charset="0"/>
                <a:cs typeface="Calibri" panose="020F0502020204030204" pitchFamily="34" charset="0"/>
              </a:rPr>
              <a:t>Demand curve for an individual </a:t>
            </a:r>
            <a:r>
              <a:rPr lang="en-GB" altLang="en-US" sz="2000">
                <a:latin typeface="Calibri" panose="020F0502020204030204" pitchFamily="34" charset="0"/>
                <a:ea typeface="Calibri" panose="020F0502020204030204" pitchFamily="34" charset="0"/>
                <a:cs typeface="Calibri" panose="020F0502020204030204" pitchFamily="34" charset="0"/>
              </a:rPr>
              <a:t>– shows the different quantities of a good that a person is willing and able to buy at a given price over a given period</a:t>
            </a:r>
          </a:p>
          <a:p>
            <a:endParaRPr lang="en-GB" altLang="en-US" sz="2000">
              <a:latin typeface="Calibri" panose="020F0502020204030204" pitchFamily="34" charset="0"/>
              <a:ea typeface="Calibri" panose="020F0502020204030204" pitchFamily="34" charset="0"/>
              <a:cs typeface="Calibri" panose="020F0502020204030204" pitchFamily="34" charset="0"/>
            </a:endParaRPr>
          </a:p>
          <a:p>
            <a:endParaRPr lang="en-GB" sz="2000">
              <a:latin typeface="Calibri" panose="020F0502020204030204" pitchFamily="34" charset="0"/>
              <a:ea typeface="Calibri" panose="020F0502020204030204" pitchFamily="34" charset="0"/>
              <a:cs typeface="Calibri" panose="020F0502020204030204" pitchFamily="34" charset="0"/>
            </a:endParaRPr>
          </a:p>
          <a:p>
            <a:r>
              <a:rPr lang="en-GB" sz="2000" b="1">
                <a:latin typeface="Calibri" panose="020F0502020204030204" pitchFamily="34" charset="0"/>
                <a:ea typeface="Calibri" panose="020F0502020204030204" pitchFamily="34" charset="0"/>
                <a:cs typeface="Calibri" panose="020F0502020204030204" pitchFamily="34" charset="0"/>
              </a:rPr>
              <a:t>Market demand curve </a:t>
            </a:r>
            <a:r>
              <a:rPr lang="en-GB" sz="2000">
                <a:latin typeface="Calibri" panose="020F0502020204030204" pitchFamily="34" charset="0"/>
                <a:ea typeface="Calibri" panose="020F0502020204030204" pitchFamily="34" charset="0"/>
                <a:cs typeface="Calibri" panose="020F0502020204030204" pitchFamily="34" charset="0"/>
              </a:rPr>
              <a:t>– shows the different total quantities of a good that consumers are willing and able to buy at various prices over a given time period.</a:t>
            </a:r>
          </a:p>
          <a:p>
            <a:endParaRPr lang="en-GB" sz="2000">
              <a:latin typeface="Calibri" panose="020F0502020204030204" pitchFamily="34" charset="0"/>
              <a:ea typeface="Calibri" panose="020F0502020204030204" pitchFamily="34" charset="0"/>
              <a:cs typeface="Calibri" panose="020F0502020204030204" pitchFamily="34" charset="0"/>
            </a:endParaRPr>
          </a:p>
          <a:p>
            <a:endParaRPr lang="en-GB" sz="2000">
              <a:latin typeface="Calibri" panose="020F0502020204030204" pitchFamily="34" charset="0"/>
              <a:ea typeface="Calibri" panose="020F0502020204030204" pitchFamily="34" charset="0"/>
              <a:cs typeface="Calibri" panose="020F0502020204030204" pitchFamily="34" charset="0"/>
            </a:endParaRPr>
          </a:p>
          <a:p>
            <a:r>
              <a:rPr lang="en-GB" sz="2000">
                <a:latin typeface="Calibri" panose="020F0502020204030204" pitchFamily="34" charset="0"/>
                <a:ea typeface="Calibri" panose="020F0502020204030204" pitchFamily="34" charset="0"/>
                <a:cs typeface="Calibri" panose="020F0502020204030204" pitchFamily="34" charset="0"/>
              </a:rPr>
              <a:t>As price falls, demand increases.</a:t>
            </a:r>
          </a:p>
          <a:p>
            <a:r>
              <a:rPr lang="en-GB" sz="2000">
                <a:latin typeface="Calibri" panose="020F0502020204030204" pitchFamily="34" charset="0"/>
                <a:ea typeface="Calibri" panose="020F0502020204030204" pitchFamily="34" charset="0"/>
                <a:cs typeface="Calibri" panose="020F0502020204030204" pitchFamily="34" charset="0"/>
              </a:rPr>
              <a:t>As price increases, demand falls.</a:t>
            </a:r>
          </a:p>
        </p:txBody>
      </p:sp>
    </p:spTree>
    <p:extLst>
      <p:ext uri="{BB962C8B-B14F-4D97-AF65-F5344CB8AC3E}">
        <p14:creationId xmlns:p14="http://schemas.microsoft.com/office/powerpoint/2010/main" val="441658034"/>
      </p:ext>
    </p:extLst>
  </p:cSld>
  <p:clrMapOvr>
    <a:masterClrMapping/>
  </p:clrMapOvr>
  <p:transition spd="slow">
    <p:pull dir="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5" name="Rectangle 5">
            <a:extLst>
              <a:ext uri="{FF2B5EF4-FFF2-40B4-BE49-F238E27FC236}">
                <a16:creationId xmlns:a16="http://schemas.microsoft.com/office/drawing/2014/main" id="{8B19C671-9494-4635-8995-63E8F7B19657}"/>
              </a:ext>
            </a:extLst>
          </p:cNvPr>
          <p:cNvSpPr>
            <a:spLocks noGrp="1"/>
          </p:cNvSpPr>
          <p:nvPr>
            <p:ph type="title"/>
          </p:nvPr>
        </p:nvSpPr>
        <p:spPr>
          <a:noFill/>
          <a:ln/>
        </p:spPr>
        <p:txBody>
          <a:bodyPr/>
          <a:lstStyle/>
          <a:p>
            <a:r>
              <a:rPr lang="en-GB" altLang="en-US"/>
              <a:t>Demand</a:t>
            </a:r>
          </a:p>
        </p:txBody>
      </p:sp>
      <p:sp>
        <p:nvSpPr>
          <p:cNvPr id="363523" name="Rectangle 3">
            <a:extLst>
              <a:ext uri="{FF2B5EF4-FFF2-40B4-BE49-F238E27FC236}">
                <a16:creationId xmlns:a16="http://schemas.microsoft.com/office/drawing/2014/main" id="{73ED19B7-D023-4399-8236-B7181829C553}"/>
              </a:ext>
            </a:extLst>
          </p:cNvPr>
          <p:cNvSpPr>
            <a:spLocks noGrp="1"/>
          </p:cNvSpPr>
          <p:nvPr>
            <p:ph sz="quarter" idx="1"/>
          </p:nvPr>
        </p:nvSpPr>
        <p:spPr>
          <a:xfrm>
            <a:off x="402336" y="1527048"/>
            <a:ext cx="11327789" cy="4626920"/>
          </a:xfrm>
        </p:spPr>
        <p:txBody>
          <a:bodyPr/>
          <a:lstStyle/>
          <a:p>
            <a:pPr lvl="2">
              <a:spcBef>
                <a:spcPts val="1200"/>
              </a:spcBef>
            </a:pPr>
            <a:r>
              <a:rPr lang="en-GB" altLang="en-US" sz="2200">
                <a:highlight>
                  <a:srgbClr val="FFFF00"/>
                </a:highlight>
                <a:latin typeface="Calibri" panose="020F0502020204030204" pitchFamily="34" charset="0"/>
                <a:cs typeface="Calibri" panose="020F0502020204030204" pitchFamily="34" charset="0"/>
              </a:rPr>
              <a:t>Activity – take a minute to write down (or discuss with a partner) what factors, other than price, determine how much of a specific good you (or other consumers) will buy. </a:t>
            </a:r>
          </a:p>
        </p:txBody>
      </p:sp>
    </p:spTree>
    <p:extLst>
      <p:ext uri="{BB962C8B-B14F-4D97-AF65-F5344CB8AC3E}">
        <p14:creationId xmlns:p14="http://schemas.microsoft.com/office/powerpoint/2010/main" val="159021508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p:tgtEl>
                                          <p:spTgt spid="36352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35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88FDE1EF-77A3-4367-9068-A677E6C445A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667" name="Rectangle 3">
            <a:extLst>
              <a:ext uri="{FF2B5EF4-FFF2-40B4-BE49-F238E27FC236}">
                <a16:creationId xmlns:a16="http://schemas.microsoft.com/office/drawing/2014/main" id="{8B5EECC4-2173-45B0-90BE-0856ADAEA87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668" name="Rectangle 4">
            <a:extLst>
              <a:ext uri="{FF2B5EF4-FFF2-40B4-BE49-F238E27FC236}">
                <a16:creationId xmlns:a16="http://schemas.microsoft.com/office/drawing/2014/main" id="{AFFEF5D6-9747-4E34-9985-FD9065647805}"/>
              </a:ext>
            </a:extLst>
          </p:cNvPr>
          <p:cNvSpPr>
            <a:spLocks noGrp="1"/>
          </p:cNvSpPr>
          <p:nvPr>
            <p:ph type="title"/>
          </p:nvPr>
        </p:nvSpPr>
        <p:spPr/>
        <p:txBody>
          <a:bodyPr/>
          <a:lstStyle/>
          <a:p>
            <a:r>
              <a:rPr lang="en-GB" altLang="en-US"/>
              <a:t>Demand</a:t>
            </a:r>
          </a:p>
        </p:txBody>
      </p:sp>
      <p:sp>
        <p:nvSpPr>
          <p:cNvPr id="369669" name="Rectangle 5">
            <a:extLst>
              <a:ext uri="{FF2B5EF4-FFF2-40B4-BE49-F238E27FC236}">
                <a16:creationId xmlns:a16="http://schemas.microsoft.com/office/drawing/2014/main" id="{4F9E3EE2-22DC-4EE6-AA14-1FB1CE3817C3}"/>
              </a:ext>
            </a:extLst>
          </p:cNvPr>
          <p:cNvSpPr>
            <a:spLocks noGrp="1"/>
          </p:cNvSpPr>
          <p:nvPr>
            <p:ph sz="quarter" idx="1"/>
          </p:nvPr>
        </p:nvSpPr>
        <p:spPr>
          <a:xfrm>
            <a:off x="838200" y="1465337"/>
            <a:ext cx="10875096" cy="4896193"/>
          </a:xfrm>
        </p:spPr>
        <p:txBody>
          <a:bodyPr/>
          <a:lstStyle/>
          <a:p>
            <a:pPr marL="0" indent="0">
              <a:spcBef>
                <a:spcPts val="1200"/>
              </a:spcBef>
              <a:buNone/>
            </a:pPr>
            <a:r>
              <a:rPr lang="en-GB" altLang="en-US" sz="2200">
                <a:latin typeface="Calibri" panose="020F0502020204030204" pitchFamily="34" charset="0"/>
                <a:cs typeface="Calibri" panose="020F0502020204030204" pitchFamily="34" charset="0"/>
              </a:rPr>
              <a:t>Determinants of demand:</a:t>
            </a:r>
          </a:p>
          <a:p>
            <a:pPr>
              <a:spcBef>
                <a:spcPts val="1200"/>
              </a:spcBef>
            </a:pPr>
            <a:r>
              <a:rPr lang="en-GB" altLang="en-US" sz="2200" b="1">
                <a:latin typeface="Calibri" panose="020F0502020204030204" pitchFamily="34" charset="0"/>
                <a:cs typeface="Calibri" panose="020F0502020204030204" pitchFamily="34" charset="0"/>
              </a:rPr>
              <a:t>Price</a:t>
            </a:r>
          </a:p>
          <a:p>
            <a:pPr>
              <a:spcBef>
                <a:spcPts val="1200"/>
              </a:spcBef>
            </a:pPr>
            <a:r>
              <a:rPr lang="en-GB" altLang="en-US" sz="2200" b="1">
                <a:latin typeface="Calibri" panose="020F0502020204030204" pitchFamily="34" charset="0"/>
                <a:cs typeface="Calibri" panose="020F0502020204030204" pitchFamily="34" charset="0"/>
              </a:rPr>
              <a:t>Tastes </a:t>
            </a:r>
            <a:r>
              <a:rPr lang="en-GB" altLang="en-US" sz="2200">
                <a:latin typeface="Calibri" panose="020F0502020204030204" pitchFamily="34" charset="0"/>
                <a:cs typeface="Calibri" panose="020F0502020204030204" pitchFamily="34" charset="0"/>
              </a:rPr>
              <a:t>(influenced by advertising, fashion, observing what others buy, health considerations, etc.)</a:t>
            </a:r>
          </a:p>
          <a:p>
            <a:pPr>
              <a:spcBef>
                <a:spcPts val="1200"/>
              </a:spcBef>
            </a:pPr>
            <a:r>
              <a:rPr lang="en-GB" altLang="en-US" sz="2200" b="1">
                <a:latin typeface="Calibri" panose="020F0502020204030204" pitchFamily="34" charset="0"/>
                <a:cs typeface="Calibri" panose="020F0502020204030204" pitchFamily="34" charset="0"/>
              </a:rPr>
              <a:t>Number and price of substitute goods</a:t>
            </a:r>
          </a:p>
          <a:p>
            <a:pPr>
              <a:spcBef>
                <a:spcPts val="1200"/>
              </a:spcBef>
            </a:pPr>
            <a:r>
              <a:rPr lang="en-GB" altLang="en-US" sz="2200" b="1">
                <a:latin typeface="Calibri" panose="020F0502020204030204" pitchFamily="34" charset="0"/>
                <a:cs typeface="Calibri" panose="020F0502020204030204" pitchFamily="34" charset="0"/>
              </a:rPr>
              <a:t>Number and price of complementary goods </a:t>
            </a:r>
            <a:endParaRPr lang="en-GB" altLang="en-US" sz="2200">
              <a:latin typeface="Calibri" panose="020F0502020204030204" pitchFamily="34" charset="0"/>
              <a:cs typeface="Calibri" panose="020F0502020204030204" pitchFamily="34" charset="0"/>
            </a:endParaRPr>
          </a:p>
          <a:p>
            <a:pPr>
              <a:spcBef>
                <a:spcPts val="1200"/>
              </a:spcBef>
            </a:pPr>
            <a:r>
              <a:rPr lang="en-GB" altLang="en-US" sz="2200" b="1">
                <a:latin typeface="Calibri" panose="020F0502020204030204" pitchFamily="34" charset="0"/>
                <a:cs typeface="Calibri" panose="020F0502020204030204" pitchFamily="34" charset="0"/>
              </a:rPr>
              <a:t>Income</a:t>
            </a:r>
            <a:endParaRPr lang="en-GB" altLang="en-US" sz="2200">
              <a:latin typeface="Calibri" panose="020F0502020204030204" pitchFamily="34" charset="0"/>
              <a:cs typeface="Calibri" panose="020F0502020204030204" pitchFamily="34" charset="0"/>
            </a:endParaRPr>
          </a:p>
          <a:p>
            <a:pPr>
              <a:spcBef>
                <a:spcPts val="1200"/>
              </a:spcBef>
            </a:pPr>
            <a:r>
              <a:rPr lang="en-GB" altLang="en-US" sz="2200" b="1">
                <a:latin typeface="Calibri" panose="020F0502020204030204" pitchFamily="34" charset="0"/>
                <a:cs typeface="Calibri" panose="020F0502020204030204" pitchFamily="34" charset="0"/>
              </a:rPr>
              <a:t>Distribution of income </a:t>
            </a:r>
          </a:p>
          <a:p>
            <a:pPr>
              <a:spcBef>
                <a:spcPts val="1200"/>
              </a:spcBef>
            </a:pPr>
            <a:r>
              <a:rPr lang="en-GB" altLang="en-US" sz="2200" b="1">
                <a:latin typeface="Calibri" panose="020F0502020204030204" pitchFamily="34" charset="0"/>
                <a:cs typeface="Calibri" panose="020F0502020204030204" pitchFamily="34" charset="0"/>
              </a:rPr>
              <a:t>Expectations of future price changes</a:t>
            </a:r>
            <a:endParaRPr lang="en-GB" altLang="en-US" sz="2200">
              <a:latin typeface="Calibri" panose="020F0502020204030204" pitchFamily="34" charset="0"/>
              <a:cs typeface="Calibri" panose="020F0502020204030204" pitchFamily="34" charset="0"/>
            </a:endParaRPr>
          </a:p>
          <a:p>
            <a:pPr>
              <a:spcBef>
                <a:spcPts val="1200"/>
              </a:spcBef>
            </a:pPr>
            <a:r>
              <a:rPr lang="en-GB" altLang="en-US" sz="2200" b="1">
                <a:latin typeface="Calibri" panose="020F0502020204030204" pitchFamily="34" charset="0"/>
                <a:cs typeface="Calibri" panose="020F0502020204030204" pitchFamily="34" charset="0"/>
              </a:rPr>
              <a:t>Others …</a:t>
            </a:r>
          </a:p>
        </p:txBody>
      </p:sp>
    </p:spTree>
    <p:extLst>
      <p:ext uri="{BB962C8B-B14F-4D97-AF65-F5344CB8AC3E}">
        <p14:creationId xmlns:p14="http://schemas.microsoft.com/office/powerpoint/2010/main" val="19992998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69669">
                                            <p:txEl>
                                              <p:pRg st="0" end="0"/>
                                            </p:txEl>
                                          </p:spTgt>
                                        </p:tgtEl>
                                        <p:attrNameLst>
                                          <p:attrName>style.visibility</p:attrName>
                                        </p:attrNameLst>
                                      </p:cBhvr>
                                      <p:to>
                                        <p:strVal val="visible"/>
                                      </p:to>
                                    </p:set>
                                    <p:anim calcmode="lin" valueType="num">
                                      <p:cBhvr additive="base">
                                        <p:cTn id="7" dur="500"/>
                                        <p:tgtEl>
                                          <p:spTgt spid="36966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966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69669">
                                            <p:txEl>
                                              <p:pRg st="1" end="1"/>
                                            </p:txEl>
                                          </p:spTgt>
                                        </p:tgtEl>
                                        <p:attrNameLst>
                                          <p:attrName>style.visibility</p:attrName>
                                        </p:attrNameLst>
                                      </p:cBhvr>
                                      <p:to>
                                        <p:strVal val="visible"/>
                                      </p:to>
                                    </p:set>
                                    <p:anim calcmode="lin" valueType="num">
                                      <p:cBhvr additive="base">
                                        <p:cTn id="13" dur="500"/>
                                        <p:tgtEl>
                                          <p:spTgt spid="36966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6966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69669">
                                            <p:txEl>
                                              <p:pRg st="2" end="2"/>
                                            </p:txEl>
                                          </p:spTgt>
                                        </p:tgtEl>
                                        <p:attrNameLst>
                                          <p:attrName>style.visibility</p:attrName>
                                        </p:attrNameLst>
                                      </p:cBhvr>
                                      <p:to>
                                        <p:strVal val="visible"/>
                                      </p:to>
                                    </p:set>
                                    <p:anim calcmode="lin" valueType="num">
                                      <p:cBhvr additive="base">
                                        <p:cTn id="19" dur="500"/>
                                        <p:tgtEl>
                                          <p:spTgt spid="36966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6966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69669">
                                            <p:txEl>
                                              <p:pRg st="3" end="3"/>
                                            </p:txEl>
                                          </p:spTgt>
                                        </p:tgtEl>
                                        <p:attrNameLst>
                                          <p:attrName>style.visibility</p:attrName>
                                        </p:attrNameLst>
                                      </p:cBhvr>
                                      <p:to>
                                        <p:strVal val="visible"/>
                                      </p:to>
                                    </p:set>
                                    <p:anim calcmode="lin" valueType="num">
                                      <p:cBhvr additive="base">
                                        <p:cTn id="25" dur="500"/>
                                        <p:tgtEl>
                                          <p:spTgt spid="36966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6966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69669">
                                            <p:txEl>
                                              <p:pRg st="4" end="4"/>
                                            </p:txEl>
                                          </p:spTgt>
                                        </p:tgtEl>
                                        <p:attrNameLst>
                                          <p:attrName>style.visibility</p:attrName>
                                        </p:attrNameLst>
                                      </p:cBhvr>
                                      <p:to>
                                        <p:strVal val="visible"/>
                                      </p:to>
                                    </p:set>
                                    <p:anim calcmode="lin" valueType="num">
                                      <p:cBhvr additive="base">
                                        <p:cTn id="31" dur="500"/>
                                        <p:tgtEl>
                                          <p:spTgt spid="36966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6966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69669">
                                            <p:txEl>
                                              <p:pRg st="5" end="5"/>
                                            </p:txEl>
                                          </p:spTgt>
                                        </p:tgtEl>
                                        <p:attrNameLst>
                                          <p:attrName>style.visibility</p:attrName>
                                        </p:attrNameLst>
                                      </p:cBhvr>
                                      <p:to>
                                        <p:strVal val="visible"/>
                                      </p:to>
                                    </p:set>
                                    <p:anim calcmode="lin" valueType="num">
                                      <p:cBhvr additive="base">
                                        <p:cTn id="37" dur="500"/>
                                        <p:tgtEl>
                                          <p:spTgt spid="36966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6966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69669">
                                            <p:txEl>
                                              <p:pRg st="6" end="6"/>
                                            </p:txEl>
                                          </p:spTgt>
                                        </p:tgtEl>
                                        <p:attrNameLst>
                                          <p:attrName>style.visibility</p:attrName>
                                        </p:attrNameLst>
                                      </p:cBhvr>
                                      <p:to>
                                        <p:strVal val="visible"/>
                                      </p:to>
                                    </p:set>
                                    <p:anim calcmode="lin" valueType="num">
                                      <p:cBhvr additive="base">
                                        <p:cTn id="43" dur="500"/>
                                        <p:tgtEl>
                                          <p:spTgt spid="36966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6966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69669">
                                            <p:txEl>
                                              <p:pRg st="7" end="7"/>
                                            </p:txEl>
                                          </p:spTgt>
                                        </p:tgtEl>
                                        <p:attrNameLst>
                                          <p:attrName>style.visibility</p:attrName>
                                        </p:attrNameLst>
                                      </p:cBhvr>
                                      <p:to>
                                        <p:strVal val="visible"/>
                                      </p:to>
                                    </p:set>
                                    <p:anim calcmode="lin" valueType="num">
                                      <p:cBhvr additive="base">
                                        <p:cTn id="49" dur="500"/>
                                        <p:tgtEl>
                                          <p:spTgt spid="369669">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6966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69669">
                                            <p:txEl>
                                              <p:pRg st="8" end="8"/>
                                            </p:txEl>
                                          </p:spTgt>
                                        </p:tgtEl>
                                        <p:attrNameLst>
                                          <p:attrName>style.visibility</p:attrName>
                                        </p:attrNameLst>
                                      </p:cBhvr>
                                      <p:to>
                                        <p:strVal val="visible"/>
                                      </p:to>
                                    </p:set>
                                    <p:anim calcmode="lin" valueType="num">
                                      <p:cBhvr additive="base">
                                        <p:cTn id="55" dur="500"/>
                                        <p:tgtEl>
                                          <p:spTgt spid="369669">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6966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9"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5" name="Rectangle 5">
            <a:extLst>
              <a:ext uri="{FF2B5EF4-FFF2-40B4-BE49-F238E27FC236}">
                <a16:creationId xmlns:a16="http://schemas.microsoft.com/office/drawing/2014/main" id="{8B19C671-9494-4635-8995-63E8F7B19657}"/>
              </a:ext>
            </a:extLst>
          </p:cNvPr>
          <p:cNvSpPr>
            <a:spLocks noGrp="1"/>
          </p:cNvSpPr>
          <p:nvPr>
            <p:ph type="title"/>
          </p:nvPr>
        </p:nvSpPr>
        <p:spPr>
          <a:noFill/>
          <a:ln/>
        </p:spPr>
        <p:txBody>
          <a:bodyPr/>
          <a:lstStyle/>
          <a:p>
            <a:r>
              <a:rPr lang="en-GB" altLang="en-US"/>
              <a:t>Demand</a:t>
            </a:r>
          </a:p>
        </p:txBody>
      </p:sp>
      <p:sp>
        <p:nvSpPr>
          <p:cNvPr id="363523" name="Rectangle 3">
            <a:extLst>
              <a:ext uri="{FF2B5EF4-FFF2-40B4-BE49-F238E27FC236}">
                <a16:creationId xmlns:a16="http://schemas.microsoft.com/office/drawing/2014/main" id="{73ED19B7-D023-4399-8236-B7181829C553}"/>
              </a:ext>
            </a:extLst>
          </p:cNvPr>
          <p:cNvSpPr>
            <a:spLocks noGrp="1"/>
          </p:cNvSpPr>
          <p:nvPr>
            <p:ph sz="quarter" idx="1"/>
          </p:nvPr>
        </p:nvSpPr>
        <p:spPr>
          <a:xfrm>
            <a:off x="-11219" y="1469772"/>
            <a:ext cx="6024942" cy="1727823"/>
          </a:xfrm>
          <a:ln w="12700"/>
        </p:spPr>
        <p:txBody>
          <a:bodyPr/>
          <a:lstStyle/>
          <a:p>
            <a:pPr lvl="1">
              <a:lnSpc>
                <a:spcPct val="80000"/>
              </a:lnSpc>
              <a:spcBef>
                <a:spcPct val="40000"/>
              </a:spcBef>
            </a:pPr>
            <a:r>
              <a:rPr lang="en-GB" altLang="en-US" sz="2000">
                <a:latin typeface="Calibri" panose="020F0502020204030204" pitchFamily="34" charset="0"/>
                <a:cs typeface="Calibri" panose="020F0502020204030204" pitchFamily="34" charset="0"/>
              </a:rPr>
              <a:t>A change in price - movement along the demand curve (a change in the quantity demanded)</a:t>
            </a:r>
          </a:p>
          <a:p>
            <a:pPr lvl="1">
              <a:lnSpc>
                <a:spcPct val="80000"/>
              </a:lnSpc>
              <a:spcBef>
                <a:spcPct val="40000"/>
              </a:spcBef>
            </a:pPr>
            <a:r>
              <a:rPr lang="en-GB" altLang="en-US" sz="2000">
                <a:latin typeface="Calibri" panose="020F0502020204030204" pitchFamily="34" charset="0"/>
                <a:cs typeface="Calibri" panose="020F0502020204030204" pitchFamily="34" charset="0"/>
              </a:rPr>
              <a:t>A change in any other determinants of demand - shift in the demand curve (change in demand at every price).</a:t>
            </a:r>
          </a:p>
          <a:p>
            <a:pPr marL="274638" lvl="1" indent="0">
              <a:lnSpc>
                <a:spcPct val="80000"/>
              </a:lnSpc>
              <a:spcBef>
                <a:spcPct val="40000"/>
              </a:spcBef>
              <a:buNone/>
            </a:pPr>
            <a:endParaRPr lang="en-GB" altLang="en-US" sz="2200"/>
          </a:p>
        </p:txBody>
      </p:sp>
      <p:pic>
        <p:nvPicPr>
          <p:cNvPr id="6" name="Picture 5">
            <a:extLst>
              <a:ext uri="{FF2B5EF4-FFF2-40B4-BE49-F238E27FC236}">
                <a16:creationId xmlns:a16="http://schemas.microsoft.com/office/drawing/2014/main" id="{56B42306-4AED-5D95-8E50-C3887A196A2D}"/>
              </a:ext>
            </a:extLst>
          </p:cNvPr>
          <p:cNvPicPr>
            <a:picLocks noChangeAspect="1"/>
          </p:cNvPicPr>
          <p:nvPr/>
        </p:nvPicPr>
        <p:blipFill>
          <a:blip r:embed="rId3"/>
          <a:stretch>
            <a:fillRect/>
          </a:stretch>
        </p:blipFill>
        <p:spPr>
          <a:xfrm>
            <a:off x="578769" y="3189736"/>
            <a:ext cx="4953429" cy="3429297"/>
          </a:xfrm>
          <a:prstGeom prst="rect">
            <a:avLst/>
          </a:prstGeom>
          <a:ln>
            <a:solidFill>
              <a:srgbClr val="00B050"/>
            </a:solidFill>
          </a:ln>
        </p:spPr>
      </p:pic>
      <p:sp>
        <p:nvSpPr>
          <p:cNvPr id="9" name="TextBox 8">
            <a:extLst>
              <a:ext uri="{FF2B5EF4-FFF2-40B4-BE49-F238E27FC236}">
                <a16:creationId xmlns:a16="http://schemas.microsoft.com/office/drawing/2014/main" id="{C8F365DE-5DA6-FEBA-4C38-738D44BB81E1}"/>
              </a:ext>
            </a:extLst>
          </p:cNvPr>
          <p:cNvSpPr txBox="1"/>
          <p:nvPr/>
        </p:nvSpPr>
        <p:spPr>
          <a:xfrm>
            <a:off x="6013724" y="306029"/>
            <a:ext cx="5873476" cy="5262979"/>
          </a:xfrm>
          <a:prstGeom prst="rect">
            <a:avLst/>
          </a:prstGeom>
          <a:noFill/>
          <a:ln>
            <a:solidFill>
              <a:srgbClr val="00B050"/>
            </a:solidFill>
          </a:ln>
        </p:spPr>
        <p:txBody>
          <a:bodyPr wrap="square" rtlCol="0">
            <a:spAutoFit/>
          </a:bodyPr>
          <a:lstStyle/>
          <a:p>
            <a:r>
              <a:rPr lang="en-GB" sz="2000">
                <a:latin typeface="Calibri" panose="020F0502020204030204" pitchFamily="34" charset="0"/>
                <a:cs typeface="Calibri" panose="020F0502020204030204" pitchFamily="34" charset="0"/>
              </a:rPr>
              <a:t>Example of Tesla (electric) cars</a:t>
            </a:r>
          </a:p>
          <a:p>
            <a:endParaRPr lang="en-GB" sz="2000">
              <a:latin typeface="Calibri" panose="020F0502020204030204" pitchFamily="34" charset="0"/>
              <a:cs typeface="Calibri" panose="020F0502020204030204" pitchFamily="34" charset="0"/>
            </a:endParaRPr>
          </a:p>
          <a:p>
            <a:r>
              <a:rPr lang="en-GB" sz="2000">
                <a:latin typeface="Calibri" panose="020F0502020204030204" pitchFamily="34" charset="0"/>
                <a:cs typeface="Calibri" panose="020F0502020204030204" pitchFamily="34" charset="0"/>
              </a:rPr>
              <a:t>A rightwards shift to D</a:t>
            </a:r>
            <a:r>
              <a:rPr lang="en-GB" sz="2000" baseline="-25000">
                <a:latin typeface="Calibri" panose="020F0502020204030204" pitchFamily="34" charset="0"/>
                <a:cs typeface="Calibri" panose="020F0502020204030204" pitchFamily="34" charset="0"/>
              </a:rPr>
              <a:t>1 </a:t>
            </a:r>
            <a:r>
              <a:rPr lang="en-GB" sz="2000">
                <a:latin typeface="Calibri" panose="020F0502020204030204" pitchFamily="34" charset="0"/>
                <a:cs typeface="Calibri" panose="020F0502020204030204" pitchFamily="34" charset="0"/>
              </a:rPr>
              <a:t>could be caused by:</a:t>
            </a:r>
          </a:p>
          <a:p>
            <a:endParaRPr lang="en-GB" sz="20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An advertising campaign by Tesla</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Changes in consumers’ attitudes towards environmental damage (a greater desire to help reduce climate change)</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An increase in the price of petrol and/or diesel</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 fall in the price of electricity</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An increase in the number of charging points available across the country</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An increase in people’s incomes</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 redistribution of income from the poor to the rich</a:t>
            </a: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An expectation that the price of electric cars will increase soon, due to shortages of electric vehicles</a:t>
            </a:r>
          </a:p>
          <a:p>
            <a:pPr marL="285750" indent="-285750">
              <a:buFont typeface="Arial" panose="020B0604020202020204" pitchFamily="34" charset="0"/>
              <a:buChar char="•"/>
            </a:pPr>
            <a:endParaRPr lang="en-GB" sz="1600">
              <a:latin typeface="+mn-lt"/>
            </a:endParaRPr>
          </a:p>
        </p:txBody>
      </p:sp>
    </p:spTree>
    <p:extLst>
      <p:ext uri="{BB962C8B-B14F-4D97-AF65-F5344CB8AC3E}">
        <p14:creationId xmlns:p14="http://schemas.microsoft.com/office/powerpoint/2010/main" val="193632234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 calcmode="lin" valueType="num">
                                      <p:cBhvr additive="base">
                                        <p:cTn id="7" dur="500"/>
                                        <p:tgtEl>
                                          <p:spTgt spid="36352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352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63523">
                                            <p:txEl>
                                              <p:pRg st="1" end="1"/>
                                            </p:txEl>
                                          </p:spTgt>
                                        </p:tgtEl>
                                        <p:attrNameLst>
                                          <p:attrName>style.visibility</p:attrName>
                                        </p:attrNameLst>
                                      </p:cBhvr>
                                      <p:to>
                                        <p:strVal val="visible"/>
                                      </p:to>
                                    </p:set>
                                    <p:anim calcmode="lin" valueType="num">
                                      <p:cBhvr additive="base">
                                        <p:cTn id="13" dur="500"/>
                                        <p:tgtEl>
                                          <p:spTgt spid="36352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635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199BC5F8-02C4-4092-9705-D9A06030B6E3}"/>
              </a:ext>
            </a:extLst>
          </p:cNvPr>
          <p:cNvSpPr>
            <a:spLocks noGrp="1"/>
          </p:cNvSpPr>
          <p:nvPr>
            <p:ph type="title"/>
          </p:nvPr>
        </p:nvSpPr>
        <p:spPr>
          <a:xfrm>
            <a:off x="690526" y="302647"/>
            <a:ext cx="10515600" cy="861720"/>
          </a:xfrm>
        </p:spPr>
        <p:txBody>
          <a:bodyPr/>
          <a:lstStyle/>
          <a:p>
            <a:r>
              <a:rPr lang="en-GB" altLang="en-US"/>
              <a:t>Business in a Competitive Market</a:t>
            </a:r>
          </a:p>
        </p:txBody>
      </p:sp>
      <p:sp>
        <p:nvSpPr>
          <p:cNvPr id="365571" name="Rectangle 3">
            <a:extLst>
              <a:ext uri="{FF2B5EF4-FFF2-40B4-BE49-F238E27FC236}">
                <a16:creationId xmlns:a16="http://schemas.microsoft.com/office/drawing/2014/main" id="{DC750D83-EB61-4AB7-88A4-167FF8F4D631}"/>
              </a:ext>
            </a:extLst>
          </p:cNvPr>
          <p:cNvSpPr>
            <a:spLocks noGrp="1"/>
          </p:cNvSpPr>
          <p:nvPr>
            <p:ph sz="quarter" idx="1"/>
          </p:nvPr>
        </p:nvSpPr>
        <p:spPr>
          <a:xfrm>
            <a:off x="222820" y="1222585"/>
            <a:ext cx="11524135" cy="5047656"/>
          </a:xfrm>
        </p:spPr>
        <p:txBody>
          <a:bodyPr/>
          <a:lstStyle/>
          <a:p>
            <a:pPr lvl="1">
              <a:lnSpc>
                <a:spcPct val="100000"/>
              </a:lnSpc>
              <a:spcBef>
                <a:spcPts val="1200"/>
              </a:spcBef>
            </a:pPr>
            <a:r>
              <a:rPr lang="en-GB" altLang="en-US" sz="2200">
                <a:latin typeface="Calibri" panose="020F0502020204030204" pitchFamily="34" charset="0"/>
                <a:cs typeface="Calibri" panose="020F0502020204030204" pitchFamily="34" charset="0"/>
              </a:rPr>
              <a:t>The interdependence of goods and factor markets</a:t>
            </a:r>
          </a:p>
          <a:p>
            <a:pPr lvl="1">
              <a:lnSpc>
                <a:spcPct val="100000"/>
              </a:lnSpc>
              <a:spcBef>
                <a:spcPts val="1200"/>
              </a:spcBef>
            </a:pPr>
            <a:r>
              <a:rPr lang="en-GB" altLang="en-US" sz="2200">
                <a:latin typeface="Calibri" panose="020F0502020204030204" pitchFamily="34" charset="0"/>
                <a:cs typeface="Calibri" panose="020F0502020204030204" pitchFamily="34" charset="0"/>
              </a:rPr>
              <a:t>Effect of a rise in the demand for a good</a:t>
            </a:r>
          </a:p>
          <a:p>
            <a:pPr lvl="2">
              <a:lnSpc>
                <a:spcPct val="100000"/>
              </a:lnSpc>
              <a:spcBef>
                <a:spcPts val="1200"/>
              </a:spcBef>
            </a:pPr>
            <a:r>
              <a:rPr lang="en-GB" altLang="en-US" sz="2000">
                <a:latin typeface="Calibri" panose="020F0502020204030204" pitchFamily="34" charset="0"/>
                <a:cs typeface="Calibri" panose="020F0502020204030204" pitchFamily="34" charset="0"/>
              </a:rPr>
              <a:t>response in goods market </a:t>
            </a:r>
          </a:p>
          <a:p>
            <a:pPr lvl="2">
              <a:lnSpc>
                <a:spcPct val="100000"/>
              </a:lnSpc>
              <a:spcBef>
                <a:spcPts val="1200"/>
              </a:spcBef>
            </a:pPr>
            <a:r>
              <a:rPr lang="en-GB" altLang="en-US" sz="2000">
                <a:latin typeface="Calibri" panose="020F0502020204030204" pitchFamily="34" charset="0"/>
                <a:cs typeface="Calibri" panose="020F0502020204030204" pitchFamily="34" charset="0"/>
              </a:rPr>
              <a:t>response in factor markets</a:t>
            </a:r>
          </a:p>
          <a:p>
            <a:pPr lvl="1">
              <a:lnSpc>
                <a:spcPct val="100000"/>
              </a:lnSpc>
              <a:spcBef>
                <a:spcPts val="1200"/>
              </a:spcBef>
            </a:pPr>
            <a:r>
              <a:rPr lang="en-GB" altLang="en-US" sz="2200">
                <a:latin typeface="Calibri" panose="020F0502020204030204" pitchFamily="34" charset="0"/>
                <a:cs typeface="Calibri" panose="020F0502020204030204" pitchFamily="34" charset="0"/>
              </a:rPr>
              <a:t>Tesla example: what will happen in factor markets and other goods markets if the demand for Tesla vehicles increases?</a:t>
            </a:r>
          </a:p>
          <a:p>
            <a:pPr lvl="2">
              <a:lnSpc>
                <a:spcPct val="100000"/>
              </a:lnSpc>
              <a:spcBef>
                <a:spcPts val="1200"/>
              </a:spcBef>
            </a:pPr>
            <a:r>
              <a:rPr lang="en-GB" altLang="en-US" sz="2000">
                <a:latin typeface="Calibri" panose="020F0502020204030204" pitchFamily="34" charset="0"/>
                <a:cs typeface="Calibri" panose="020F0502020204030204" pitchFamily="34" charset="0"/>
              </a:rPr>
              <a:t>Tesla has 800+ suppliers</a:t>
            </a:r>
          </a:p>
          <a:p>
            <a:pPr lvl="2">
              <a:lnSpc>
                <a:spcPct val="100000"/>
              </a:lnSpc>
              <a:spcBef>
                <a:spcPts val="1200"/>
              </a:spcBef>
            </a:pPr>
            <a:r>
              <a:rPr lang="en-GB" altLang="en-US" sz="2000">
                <a:latin typeface="Calibri" panose="020F0502020204030204" pitchFamily="34" charset="0"/>
                <a:cs typeface="Calibri" panose="020F0502020204030204" pitchFamily="34" charset="0"/>
              </a:rPr>
              <a:t>Increase in demand for: minerals used in batteries (lithium, nickel and cobalt); factory sites; labour – engineers, designers, car assemblers, sales representatives, scientists, miners, those working in refining, etc.; tyres, aluminium, steel, carbon fibre, silicon, copper wire, etc.</a:t>
            </a:r>
          </a:p>
        </p:txBody>
      </p:sp>
      <p:sp>
        <p:nvSpPr>
          <p:cNvPr id="2" name="TextBox 1">
            <a:extLst>
              <a:ext uri="{FF2B5EF4-FFF2-40B4-BE49-F238E27FC236}">
                <a16:creationId xmlns:a16="http://schemas.microsoft.com/office/drawing/2014/main" id="{6F796569-9ADE-36B4-8F77-DC3C293307B4}"/>
              </a:ext>
            </a:extLst>
          </p:cNvPr>
          <p:cNvSpPr txBox="1"/>
          <p:nvPr/>
        </p:nvSpPr>
        <p:spPr>
          <a:xfrm>
            <a:off x="9329125" y="6355921"/>
            <a:ext cx="2452242" cy="323165"/>
          </a:xfrm>
          <a:prstGeom prst="rect">
            <a:avLst/>
          </a:prstGeom>
          <a:noFill/>
        </p:spPr>
        <p:txBody>
          <a:bodyPr wrap="square" rtlCol="0">
            <a:spAutoFit/>
          </a:bodyPr>
          <a:lstStyle/>
          <a:p>
            <a:r>
              <a:rPr lang="en-GB" sz="1500">
                <a:hlinkClick r:id="rId3">
                  <a:extLst>
                    <a:ext uri="{A12FA001-AC4F-418D-AE19-62706E023703}">
                      <ahyp:hlinkClr xmlns:ahyp="http://schemas.microsoft.com/office/drawing/2018/hyperlinkcolor" val="tx"/>
                    </a:ext>
                  </a:extLst>
                </a:hlinkClick>
              </a:rPr>
              <a:t>2022-tesla-impact-report.pdf</a:t>
            </a:r>
            <a:endParaRPr lang="en-GB" sz="1500"/>
          </a:p>
        </p:txBody>
      </p:sp>
    </p:spTree>
    <p:extLst>
      <p:ext uri="{BB962C8B-B14F-4D97-AF65-F5344CB8AC3E}">
        <p14:creationId xmlns:p14="http://schemas.microsoft.com/office/powerpoint/2010/main" val="343456680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 calcmode="lin" valueType="num">
                                      <p:cBhvr additive="base">
                                        <p:cTn id="7" dur="500"/>
                                        <p:tgtEl>
                                          <p:spTgt spid="36557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557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65571">
                                            <p:txEl>
                                              <p:pRg st="1" end="1"/>
                                            </p:txEl>
                                          </p:spTgt>
                                        </p:tgtEl>
                                        <p:attrNameLst>
                                          <p:attrName>style.visibility</p:attrName>
                                        </p:attrNameLst>
                                      </p:cBhvr>
                                      <p:to>
                                        <p:strVal val="visible"/>
                                      </p:to>
                                    </p:set>
                                    <p:anim calcmode="lin" valueType="num">
                                      <p:cBhvr additive="base">
                                        <p:cTn id="13" dur="500"/>
                                        <p:tgtEl>
                                          <p:spTgt spid="36557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65571">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65571">
                                            <p:txEl>
                                              <p:pRg st="2" end="2"/>
                                            </p:txEl>
                                          </p:spTgt>
                                        </p:tgtEl>
                                        <p:attrNameLst>
                                          <p:attrName>style.visibility</p:attrName>
                                        </p:attrNameLst>
                                      </p:cBhvr>
                                      <p:to>
                                        <p:strVal val="visible"/>
                                      </p:to>
                                    </p:set>
                                    <p:anim calcmode="lin" valueType="num">
                                      <p:cBhvr additive="base">
                                        <p:cTn id="19" dur="500"/>
                                        <p:tgtEl>
                                          <p:spTgt spid="36557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6557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65571">
                                            <p:txEl>
                                              <p:pRg st="3" end="3"/>
                                            </p:txEl>
                                          </p:spTgt>
                                        </p:tgtEl>
                                        <p:attrNameLst>
                                          <p:attrName>style.visibility</p:attrName>
                                        </p:attrNameLst>
                                      </p:cBhvr>
                                      <p:to>
                                        <p:strVal val="visible"/>
                                      </p:to>
                                    </p:set>
                                    <p:anim calcmode="lin" valueType="num">
                                      <p:cBhvr additive="base">
                                        <p:cTn id="25" dur="500"/>
                                        <p:tgtEl>
                                          <p:spTgt spid="36557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6557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65571">
                                            <p:txEl>
                                              <p:pRg st="4" end="4"/>
                                            </p:txEl>
                                          </p:spTgt>
                                        </p:tgtEl>
                                        <p:attrNameLst>
                                          <p:attrName>style.visibility</p:attrName>
                                        </p:attrNameLst>
                                      </p:cBhvr>
                                      <p:to>
                                        <p:strVal val="visible"/>
                                      </p:to>
                                    </p:set>
                                    <p:anim calcmode="lin" valueType="num">
                                      <p:cBhvr additive="base">
                                        <p:cTn id="31" dur="500"/>
                                        <p:tgtEl>
                                          <p:spTgt spid="36557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6557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65571">
                                            <p:txEl>
                                              <p:pRg st="5" end="5"/>
                                            </p:txEl>
                                          </p:spTgt>
                                        </p:tgtEl>
                                        <p:attrNameLst>
                                          <p:attrName>style.visibility</p:attrName>
                                        </p:attrNameLst>
                                      </p:cBhvr>
                                      <p:to>
                                        <p:strVal val="visible"/>
                                      </p:to>
                                    </p:set>
                                    <p:anim calcmode="lin" valueType="num">
                                      <p:cBhvr additive="base">
                                        <p:cTn id="37" dur="500"/>
                                        <p:tgtEl>
                                          <p:spTgt spid="36557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6557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65571">
                                            <p:txEl>
                                              <p:pRg st="6" end="6"/>
                                            </p:txEl>
                                          </p:spTgt>
                                        </p:tgtEl>
                                        <p:attrNameLst>
                                          <p:attrName>style.visibility</p:attrName>
                                        </p:attrNameLst>
                                      </p:cBhvr>
                                      <p:to>
                                        <p:strVal val="visible"/>
                                      </p:to>
                                    </p:set>
                                    <p:anim calcmode="lin" valueType="num">
                                      <p:cBhvr additive="base">
                                        <p:cTn id="43" dur="500"/>
                                        <p:tgtEl>
                                          <p:spTgt spid="36557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655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bldLvl="3"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165AA951-5B2C-4BF1-BC98-233FF2CD675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a:extLst>
              <a:ext uri="{FF2B5EF4-FFF2-40B4-BE49-F238E27FC236}">
                <a16:creationId xmlns:a16="http://schemas.microsoft.com/office/drawing/2014/main" id="{149C066D-96FD-4C3F-8C3D-92ED557D63C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9" name="Rectangle 9">
            <a:extLst>
              <a:ext uri="{FF2B5EF4-FFF2-40B4-BE49-F238E27FC236}">
                <a16:creationId xmlns:a16="http://schemas.microsoft.com/office/drawing/2014/main" id="{994A85C6-5A75-4957-8EDD-5029116CEE64}"/>
              </a:ext>
            </a:extLst>
          </p:cNvPr>
          <p:cNvSpPr>
            <a:spLocks noGrp="1"/>
          </p:cNvSpPr>
          <p:nvPr>
            <p:ph type="title"/>
          </p:nvPr>
        </p:nvSpPr>
        <p:spPr>
          <a:xfrm>
            <a:off x="633732" y="211771"/>
            <a:ext cx="10515600" cy="861720"/>
          </a:xfrm>
          <a:noFill/>
          <a:ln/>
        </p:spPr>
        <p:txBody>
          <a:bodyPr/>
          <a:lstStyle/>
          <a:p>
            <a:r>
              <a:rPr lang="en-GB" altLang="en-US"/>
              <a:t>Supply</a:t>
            </a:r>
          </a:p>
        </p:txBody>
      </p:sp>
      <p:sp>
        <p:nvSpPr>
          <p:cNvPr id="373765" name="Rectangle 5">
            <a:extLst>
              <a:ext uri="{FF2B5EF4-FFF2-40B4-BE49-F238E27FC236}">
                <a16:creationId xmlns:a16="http://schemas.microsoft.com/office/drawing/2014/main" id="{091246CB-5347-477C-9F6A-A531223B0AE4}"/>
              </a:ext>
            </a:extLst>
          </p:cNvPr>
          <p:cNvSpPr>
            <a:spLocks noGrp="1"/>
          </p:cNvSpPr>
          <p:nvPr>
            <p:ph sz="quarter" idx="1"/>
          </p:nvPr>
        </p:nvSpPr>
        <p:spPr>
          <a:xfrm>
            <a:off x="687220" y="1158691"/>
            <a:ext cx="11094146" cy="5383407"/>
          </a:xfrm>
        </p:spPr>
        <p:txBody>
          <a:bodyPr/>
          <a:lstStyle/>
          <a:p>
            <a:pPr>
              <a:spcBef>
                <a:spcPts val="1200"/>
              </a:spcBef>
            </a:pPr>
            <a:r>
              <a:rPr lang="en-GB" altLang="en-US" sz="2000">
                <a:latin typeface="Calibri" panose="020F0502020204030204" pitchFamily="34" charset="0"/>
                <a:cs typeface="Calibri" panose="020F0502020204030204" pitchFamily="34" charset="0"/>
              </a:rPr>
              <a:t>Relationship between supply and price</a:t>
            </a:r>
          </a:p>
          <a:p>
            <a:pPr lvl="1">
              <a:spcBef>
                <a:spcPts val="1200"/>
              </a:spcBef>
            </a:pPr>
            <a:r>
              <a:rPr lang="en-GB" altLang="en-US" sz="2000">
                <a:latin typeface="Calibri" panose="020F0502020204030204" pitchFamily="34" charset="0"/>
                <a:cs typeface="Calibri" panose="020F0502020204030204" pitchFamily="34" charset="0"/>
              </a:rPr>
              <a:t>General relationship - as price rises, firms supply more</a:t>
            </a:r>
          </a:p>
          <a:p>
            <a:pPr lvl="2">
              <a:spcBef>
                <a:spcPts val="1200"/>
              </a:spcBef>
            </a:pPr>
            <a:r>
              <a:rPr lang="en-GB" altLang="en-US" sz="2000">
                <a:latin typeface="Calibri" panose="020F0502020204030204" pitchFamily="34" charset="0"/>
                <a:cs typeface="Calibri" panose="020F0502020204030204" pitchFamily="34" charset="0"/>
              </a:rPr>
              <a:t>it is worth incurring the extra unit costs</a:t>
            </a:r>
          </a:p>
          <a:p>
            <a:pPr lvl="2">
              <a:spcBef>
                <a:spcPts val="1200"/>
              </a:spcBef>
            </a:pPr>
            <a:r>
              <a:rPr lang="en-GB" altLang="en-US" sz="2000">
                <a:latin typeface="Calibri" panose="020F0502020204030204" pitchFamily="34" charset="0"/>
                <a:cs typeface="Calibri" panose="020F0502020204030204" pitchFamily="34" charset="0"/>
              </a:rPr>
              <a:t>firms switch from less profitable goods</a:t>
            </a:r>
          </a:p>
          <a:p>
            <a:pPr lvl="2">
              <a:spcBef>
                <a:spcPts val="1200"/>
              </a:spcBef>
            </a:pPr>
            <a:r>
              <a:rPr lang="en-GB" altLang="en-US" sz="2000">
                <a:latin typeface="Calibri" panose="020F0502020204030204" pitchFamily="34" charset="0"/>
                <a:cs typeface="Calibri" panose="020F0502020204030204" pitchFamily="34" charset="0"/>
              </a:rPr>
              <a:t>in the long run, new firms will be encouraged to enter the market</a:t>
            </a:r>
          </a:p>
          <a:p>
            <a:pPr marL="914400" lvl="2" indent="0">
              <a:spcBef>
                <a:spcPts val="1200"/>
              </a:spcBef>
              <a:buNone/>
            </a:pPr>
            <a:endParaRPr lang="en-GB" altLang="en-US" sz="2000">
              <a:latin typeface="Calibri" panose="020F0502020204030204" pitchFamily="34" charset="0"/>
              <a:cs typeface="Calibri" panose="020F0502020204030204" pitchFamily="34" charset="0"/>
            </a:endParaRPr>
          </a:p>
          <a:p>
            <a:pPr>
              <a:spcBef>
                <a:spcPts val="1200"/>
              </a:spcBef>
            </a:pPr>
            <a:r>
              <a:rPr lang="en-GB" altLang="en-US" sz="2000">
                <a:latin typeface="Calibri" panose="020F0502020204030204" pitchFamily="34" charset="0"/>
                <a:cs typeface="Calibri" panose="020F0502020204030204" pitchFamily="34" charset="0"/>
              </a:rPr>
              <a:t>The supply curve</a:t>
            </a:r>
          </a:p>
          <a:p>
            <a:pPr lvl="1">
              <a:spcBef>
                <a:spcPts val="1200"/>
              </a:spcBef>
            </a:pPr>
            <a:r>
              <a:rPr lang="en-GB" altLang="en-US" sz="2000">
                <a:latin typeface="Calibri" panose="020F0502020204030204" pitchFamily="34" charset="0"/>
                <a:cs typeface="Calibri" panose="020F0502020204030204" pitchFamily="34" charset="0"/>
              </a:rPr>
              <a:t>A supply curve can be an individual firm’s supply curve or the market supply curve (i.e., that of the whole industry) </a:t>
            </a:r>
          </a:p>
          <a:p>
            <a:pPr lvl="1">
              <a:spcBef>
                <a:spcPts val="1200"/>
              </a:spcBef>
            </a:pPr>
            <a:r>
              <a:rPr lang="en-GB" altLang="en-US" sz="2000">
                <a:latin typeface="Calibri" panose="020F0502020204030204" pitchFamily="34" charset="0"/>
                <a:cs typeface="Calibri" panose="020F0502020204030204" pitchFamily="34" charset="0"/>
              </a:rPr>
              <a:t>Generally upward sloping (varies depending on the time period over which firms’ responses to price changes are considered)</a:t>
            </a:r>
          </a:p>
          <a:p>
            <a:pPr lvl="1">
              <a:spcBef>
                <a:spcPts val="1200"/>
              </a:spcBef>
            </a:pPr>
            <a:r>
              <a:rPr lang="en-GB" altLang="en-US" sz="2000" b="1">
                <a:highlight>
                  <a:srgbClr val="FFFF00"/>
                </a:highlight>
                <a:latin typeface="Calibri" panose="020F0502020204030204" pitchFamily="34" charset="0"/>
                <a:cs typeface="Calibri" panose="020F0502020204030204" pitchFamily="34" charset="0"/>
              </a:rPr>
              <a:t>Activity</a:t>
            </a:r>
            <a:r>
              <a:rPr lang="en-GB" altLang="en-US" sz="2000">
                <a:highlight>
                  <a:srgbClr val="FFFF00"/>
                </a:highlight>
                <a:latin typeface="Calibri" panose="020F0502020204030204" pitchFamily="34" charset="0"/>
                <a:cs typeface="Calibri" panose="020F0502020204030204" pitchFamily="34" charset="0"/>
              </a:rPr>
              <a:t> – add a supply curve to your diagram</a:t>
            </a:r>
          </a:p>
        </p:txBody>
      </p:sp>
    </p:spTree>
    <p:extLst>
      <p:ext uri="{BB962C8B-B14F-4D97-AF65-F5344CB8AC3E}">
        <p14:creationId xmlns:p14="http://schemas.microsoft.com/office/powerpoint/2010/main" val="337333800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2" end="2"/>
                                            </p:txEl>
                                          </p:spTgt>
                                        </p:tgtEl>
                                        <p:attrNameLst>
                                          <p:attrName>style.visibility</p:attrName>
                                        </p:attrNameLst>
                                      </p:cBhvr>
                                      <p:to>
                                        <p:strVal val="visible"/>
                                      </p:to>
                                    </p:set>
                                    <p:anim calcmode="lin" valueType="num">
                                      <p:cBhvr additive="base">
                                        <p:cTn id="19"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5">
                                            <p:txEl>
                                              <p:pRg st="3" end="3"/>
                                            </p:txEl>
                                          </p:spTgt>
                                        </p:tgtEl>
                                        <p:attrNameLst>
                                          <p:attrName>style.visibility</p:attrName>
                                        </p:attrNameLst>
                                      </p:cBhvr>
                                      <p:to>
                                        <p:strVal val="visible"/>
                                      </p:to>
                                    </p:set>
                                    <p:anim calcmode="lin" valueType="num">
                                      <p:cBhvr additive="base">
                                        <p:cTn id="25"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5">
                                            <p:txEl>
                                              <p:pRg st="4" end="4"/>
                                            </p:txEl>
                                          </p:spTgt>
                                        </p:tgtEl>
                                        <p:attrNameLst>
                                          <p:attrName>style.visibility</p:attrName>
                                        </p:attrNameLst>
                                      </p:cBhvr>
                                      <p:to>
                                        <p:strVal val="visible"/>
                                      </p:to>
                                    </p:set>
                                    <p:anim calcmode="lin" valueType="num">
                                      <p:cBhvr additive="base">
                                        <p:cTn id="31"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3765">
                                            <p:txEl>
                                              <p:pRg st="6" end="6"/>
                                            </p:txEl>
                                          </p:spTgt>
                                        </p:tgtEl>
                                        <p:attrNameLst>
                                          <p:attrName>style.visibility</p:attrName>
                                        </p:attrNameLst>
                                      </p:cBhvr>
                                      <p:to>
                                        <p:strVal val="visible"/>
                                      </p:to>
                                    </p:set>
                                    <p:anim calcmode="lin" valueType="num">
                                      <p:cBhvr additive="base">
                                        <p:cTn id="37"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3765">
                                            <p:txEl>
                                              <p:pRg st="7" end="7"/>
                                            </p:txEl>
                                          </p:spTgt>
                                        </p:tgtEl>
                                        <p:attrNameLst>
                                          <p:attrName>style.visibility</p:attrName>
                                        </p:attrNameLst>
                                      </p:cBhvr>
                                      <p:to>
                                        <p:strVal val="visible"/>
                                      </p:to>
                                    </p:set>
                                    <p:anim calcmode="lin" valueType="num">
                                      <p:cBhvr additive="base">
                                        <p:cTn id="43"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7" end="7"/>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3765">
                                            <p:txEl>
                                              <p:pRg st="8" end="8"/>
                                            </p:txEl>
                                          </p:spTgt>
                                        </p:tgtEl>
                                        <p:attrNameLst>
                                          <p:attrName>style.visibility</p:attrName>
                                        </p:attrNameLst>
                                      </p:cBhvr>
                                      <p:to>
                                        <p:strVal val="visible"/>
                                      </p:to>
                                    </p:set>
                                    <p:anim calcmode="lin" valueType="num">
                                      <p:cBhvr additive="base">
                                        <p:cTn id="49"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3765">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3765">
                                            <p:txEl>
                                              <p:pRg st="9" end="9"/>
                                            </p:txEl>
                                          </p:spTgt>
                                        </p:tgtEl>
                                        <p:attrNameLst>
                                          <p:attrName>style.visibility</p:attrName>
                                        </p:attrNameLst>
                                      </p:cBhvr>
                                      <p:to>
                                        <p:strVal val="visible"/>
                                      </p:to>
                                    </p:set>
                                    <p:anim calcmode="lin" valueType="num">
                                      <p:cBhvr additive="base">
                                        <p:cTn id="55" dur="500"/>
                                        <p:tgtEl>
                                          <p:spTgt spid="373765">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376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3"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165AA951-5B2C-4BF1-BC98-233FF2CD675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a:extLst>
              <a:ext uri="{FF2B5EF4-FFF2-40B4-BE49-F238E27FC236}">
                <a16:creationId xmlns:a16="http://schemas.microsoft.com/office/drawing/2014/main" id="{149C066D-96FD-4C3F-8C3D-92ED557D63C4}"/>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9" name="Rectangle 9">
            <a:extLst>
              <a:ext uri="{FF2B5EF4-FFF2-40B4-BE49-F238E27FC236}">
                <a16:creationId xmlns:a16="http://schemas.microsoft.com/office/drawing/2014/main" id="{994A85C6-5A75-4957-8EDD-5029116CEE64}"/>
              </a:ext>
            </a:extLst>
          </p:cNvPr>
          <p:cNvSpPr>
            <a:spLocks noGrp="1"/>
          </p:cNvSpPr>
          <p:nvPr>
            <p:ph type="title"/>
          </p:nvPr>
        </p:nvSpPr>
        <p:spPr>
          <a:noFill/>
          <a:ln/>
        </p:spPr>
        <p:txBody>
          <a:bodyPr/>
          <a:lstStyle/>
          <a:p>
            <a:r>
              <a:rPr lang="en-GB" altLang="en-US"/>
              <a:t>Demand and Supply</a:t>
            </a:r>
          </a:p>
        </p:txBody>
      </p:sp>
      <p:sp>
        <p:nvSpPr>
          <p:cNvPr id="20" name="CuadroTexto 19">
            <a:extLst>
              <a:ext uri="{FF2B5EF4-FFF2-40B4-BE49-F238E27FC236}">
                <a16:creationId xmlns:a16="http://schemas.microsoft.com/office/drawing/2014/main" id="{B8665AC9-A78B-410C-B8EA-1EC62F33D920}"/>
              </a:ext>
            </a:extLst>
          </p:cNvPr>
          <p:cNvSpPr txBox="1"/>
          <p:nvPr/>
        </p:nvSpPr>
        <p:spPr>
          <a:xfrm>
            <a:off x="5407704" y="5958154"/>
            <a:ext cx="1275029" cy="461665"/>
          </a:xfrm>
          <a:prstGeom prst="rect">
            <a:avLst/>
          </a:prstGeom>
          <a:noFill/>
        </p:spPr>
        <p:txBody>
          <a:bodyPr wrap="none" rtlCol="0" anchor="ctr" anchorCtr="1">
            <a:spAutoFit/>
          </a:bodyPr>
          <a:lstStyle/>
          <a:p>
            <a:pPr algn="ctr"/>
            <a:r>
              <a:rPr lang="en-GB">
                <a:solidFill>
                  <a:srgbClr val="000000"/>
                </a:solidFill>
                <a:latin typeface="Calibri" panose="020F0502020204030204" pitchFamily="34" charset="0"/>
                <a:ea typeface="Calibri" panose="020F0502020204030204" pitchFamily="34" charset="0"/>
                <a:cs typeface="Calibri" panose="020F0502020204030204" pitchFamily="34" charset="0"/>
              </a:rPr>
              <a:t>Quantity</a:t>
            </a:r>
          </a:p>
        </p:txBody>
      </p:sp>
      <p:sp>
        <p:nvSpPr>
          <p:cNvPr id="21" name="BlokTextu 20">
            <a:extLst>
              <a:ext uri="{FF2B5EF4-FFF2-40B4-BE49-F238E27FC236}">
                <a16:creationId xmlns:a16="http://schemas.microsoft.com/office/drawing/2014/main" id="{37384125-D305-4D75-8E24-6E105CECC79A}"/>
              </a:ext>
            </a:extLst>
          </p:cNvPr>
          <p:cNvSpPr txBox="1"/>
          <p:nvPr/>
        </p:nvSpPr>
        <p:spPr>
          <a:xfrm>
            <a:off x="5570353" y="5367157"/>
            <a:ext cx="405880" cy="523220"/>
          </a:xfrm>
          <a:prstGeom prst="rect">
            <a:avLst/>
          </a:prstGeom>
          <a:noFill/>
        </p:spPr>
        <p:txBody>
          <a:bodyPr wrap="none" rtlCol="0" anchor="ctr" anchorCtr="1">
            <a:spAutoFit/>
          </a:bodyPr>
          <a:lstStyle/>
          <a:p>
            <a:pPr algn="ctr"/>
            <a:r>
              <a:rPr lang="en-GB" sz="2800">
                <a:solidFill>
                  <a:srgbClr val="000000"/>
                </a:solidFill>
                <a:latin typeface="Calibri" panose="020F0502020204030204" pitchFamily="34" charset="0"/>
                <a:ea typeface="Calibri" panose="020F0502020204030204" pitchFamily="34" charset="0"/>
                <a:cs typeface="Calibri" panose="020F0502020204030204" pitchFamily="34" charset="0"/>
              </a:rPr>
              <a:t>D</a:t>
            </a:r>
          </a:p>
        </p:txBody>
      </p:sp>
      <p:sp>
        <p:nvSpPr>
          <p:cNvPr id="8" name="Gerader Verbinder 7">
            <a:extLst>
              <a:ext uri="{FF2B5EF4-FFF2-40B4-BE49-F238E27FC236}">
                <a16:creationId xmlns:a16="http://schemas.microsoft.com/office/drawing/2014/main" id="{3C2FC83E-14F7-40DC-B736-237809AF5A72}"/>
              </a:ext>
            </a:extLst>
          </p:cNvPr>
          <p:cNvSpPr/>
          <p:nvPr/>
        </p:nvSpPr>
        <p:spPr>
          <a:xfrm rot="2386687" flipV="1">
            <a:off x="1043671" y="4019952"/>
            <a:ext cx="4969805" cy="290670"/>
          </a:xfrm>
          <a:prstGeom prst="line">
            <a:avLst/>
          </a:prstGeom>
          <a:solidFill>
            <a:srgbClr val="000000">
              <a:alpha val="5000"/>
            </a:srgbClr>
          </a:solidFill>
          <a:ln w="36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
        <p:nvSpPr>
          <p:cNvPr id="9" name="Connecteur droit 8">
            <a:extLst>
              <a:ext uri="{FF2B5EF4-FFF2-40B4-BE49-F238E27FC236}">
                <a16:creationId xmlns:a16="http://schemas.microsoft.com/office/drawing/2014/main" id="{E8298C01-2494-4594-8945-92F5D9C636E3}"/>
              </a:ext>
            </a:extLst>
          </p:cNvPr>
          <p:cNvSpPr/>
          <p:nvPr/>
        </p:nvSpPr>
        <p:spPr>
          <a:xfrm rot="8483077">
            <a:off x="1057811" y="4027239"/>
            <a:ext cx="4913476" cy="311334"/>
          </a:xfrm>
          <a:prstGeom prst="line">
            <a:avLst/>
          </a:prstGeom>
          <a:solidFill>
            <a:srgbClr val="000000">
              <a:alpha val="5000"/>
            </a:srgbClr>
          </a:solidFill>
          <a:ln w="36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
        <p:nvSpPr>
          <p:cNvPr id="18" name="Textfeld 17">
            <a:extLst>
              <a:ext uri="{FF2B5EF4-FFF2-40B4-BE49-F238E27FC236}">
                <a16:creationId xmlns:a16="http://schemas.microsoft.com/office/drawing/2014/main" id="{90C78C8C-0CB8-4521-B060-41EE90F2E688}"/>
              </a:ext>
            </a:extLst>
          </p:cNvPr>
          <p:cNvSpPr txBox="1"/>
          <p:nvPr/>
        </p:nvSpPr>
        <p:spPr>
          <a:xfrm>
            <a:off x="5586753" y="2435468"/>
            <a:ext cx="349776" cy="523220"/>
          </a:xfrm>
          <a:prstGeom prst="rect">
            <a:avLst/>
          </a:prstGeom>
          <a:noFill/>
        </p:spPr>
        <p:txBody>
          <a:bodyPr wrap="none" rtlCol="0" anchor="ctr" anchorCtr="1">
            <a:spAutoFit/>
          </a:bodyPr>
          <a:lstStyle/>
          <a:p>
            <a:pPr algn="ctr"/>
            <a:r>
              <a:rPr lang="en-GB" sz="2800">
                <a:solidFill>
                  <a:srgbClr val="000000"/>
                </a:solidFill>
                <a:latin typeface="Calibri" panose="020F0502020204030204" pitchFamily="34" charset="0"/>
                <a:ea typeface="Calibri" panose="020F0502020204030204" pitchFamily="34" charset="0"/>
                <a:cs typeface="Calibri" panose="020F0502020204030204" pitchFamily="34" charset="0"/>
              </a:rPr>
              <a:t>S</a:t>
            </a:r>
          </a:p>
        </p:txBody>
      </p:sp>
      <p:sp>
        <p:nvSpPr>
          <p:cNvPr id="16" name="Connecteur droit 15">
            <a:extLst>
              <a:ext uri="{FF2B5EF4-FFF2-40B4-BE49-F238E27FC236}">
                <a16:creationId xmlns:a16="http://schemas.microsoft.com/office/drawing/2014/main" id="{E6C90499-839B-48E5-85D2-FD3350872AE8}"/>
              </a:ext>
            </a:extLst>
          </p:cNvPr>
          <p:cNvSpPr/>
          <p:nvPr/>
        </p:nvSpPr>
        <p:spPr>
          <a:xfrm>
            <a:off x="1032949" y="5969340"/>
            <a:ext cx="4986384" cy="0"/>
          </a:xfrm>
          <a:prstGeom prst="line">
            <a:avLst/>
          </a:prstGeom>
          <a:solidFill>
            <a:srgbClr val="000000">
              <a:alpha val="5000"/>
            </a:srgbClr>
          </a:solidFill>
          <a:ln w="36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de-DE">
              <a:solidFill>
                <a:srgbClr val="000000"/>
              </a:solidFill>
            </a:endParaRPr>
          </a:p>
        </p:txBody>
      </p:sp>
      <p:sp>
        <p:nvSpPr>
          <p:cNvPr id="7" name="Suora yhdysviiva 6">
            <a:extLst>
              <a:ext uri="{FF2B5EF4-FFF2-40B4-BE49-F238E27FC236}">
                <a16:creationId xmlns:a16="http://schemas.microsoft.com/office/drawing/2014/main" id="{0289A47E-73A8-4B0B-927D-AE2C253704C6}"/>
              </a:ext>
            </a:extLst>
          </p:cNvPr>
          <p:cNvSpPr/>
          <p:nvPr/>
        </p:nvSpPr>
        <p:spPr>
          <a:xfrm rot="5400000">
            <a:off x="-776195" y="4120884"/>
            <a:ext cx="3657599" cy="39311"/>
          </a:xfrm>
          <a:prstGeom prst="line">
            <a:avLst/>
          </a:prstGeom>
          <a:solidFill>
            <a:srgbClr val="000000">
              <a:alpha val="5000"/>
            </a:srgbClr>
          </a:solidFill>
          <a:ln w="36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
        <p:nvSpPr>
          <p:cNvPr id="2" name="TextBox 1">
            <a:extLst>
              <a:ext uri="{FF2B5EF4-FFF2-40B4-BE49-F238E27FC236}">
                <a16:creationId xmlns:a16="http://schemas.microsoft.com/office/drawing/2014/main" id="{DEF396B2-CD6C-A693-1990-F84E68772319}"/>
              </a:ext>
            </a:extLst>
          </p:cNvPr>
          <p:cNvSpPr txBox="1"/>
          <p:nvPr/>
        </p:nvSpPr>
        <p:spPr>
          <a:xfrm>
            <a:off x="678788" y="1761482"/>
            <a:ext cx="891876" cy="461665"/>
          </a:xfrm>
          <a:prstGeom prst="rect">
            <a:avLst/>
          </a:prstGeom>
          <a:noFill/>
        </p:spPr>
        <p:txBody>
          <a:bodyPr wrap="square" rtlCol="0">
            <a:spAutoFit/>
          </a:bodyPr>
          <a:lstStyle/>
          <a:p>
            <a:r>
              <a:rPr lang="en-GB">
                <a:latin typeface="Calibri" panose="020F0502020204030204" pitchFamily="34" charset="0"/>
                <a:ea typeface="Calibri" panose="020F0502020204030204" pitchFamily="34" charset="0"/>
                <a:cs typeface="Calibri" panose="020F0502020204030204" pitchFamily="34" charset="0"/>
              </a:rPr>
              <a:t>Price</a:t>
            </a:r>
          </a:p>
        </p:txBody>
      </p:sp>
    </p:spTree>
    <p:extLst>
      <p:ext uri="{BB962C8B-B14F-4D97-AF65-F5344CB8AC3E}">
        <p14:creationId xmlns:p14="http://schemas.microsoft.com/office/powerpoint/2010/main" val="3434946670"/>
      </p:ext>
    </p:extLst>
  </p:cSld>
  <p:clrMapOvr>
    <a:masterClrMapping/>
  </p:clrMapOvr>
  <p:transition spd="slow">
    <p:pull dir="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1B696483-DA3B-48A7-923C-19174AABB96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a:extLst>
              <a:ext uri="{FF2B5EF4-FFF2-40B4-BE49-F238E27FC236}">
                <a16:creationId xmlns:a16="http://schemas.microsoft.com/office/drawing/2014/main" id="{67B3369E-7310-41E8-A9E3-19E6E537D08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4" name="Rectangle 6">
            <a:extLst>
              <a:ext uri="{FF2B5EF4-FFF2-40B4-BE49-F238E27FC236}">
                <a16:creationId xmlns:a16="http://schemas.microsoft.com/office/drawing/2014/main" id="{656C61D2-78E2-4F9E-AAE7-829D8982F829}"/>
              </a:ext>
            </a:extLst>
          </p:cNvPr>
          <p:cNvSpPr>
            <a:spLocks noGrp="1"/>
          </p:cNvSpPr>
          <p:nvPr>
            <p:ph type="title"/>
          </p:nvPr>
        </p:nvSpPr>
        <p:spPr>
          <a:xfrm>
            <a:off x="332713" y="365126"/>
            <a:ext cx="10515600" cy="861720"/>
          </a:xfrm>
        </p:spPr>
        <p:txBody>
          <a:bodyPr/>
          <a:lstStyle/>
          <a:p>
            <a:r>
              <a:rPr lang="en-GB" altLang="en-US"/>
              <a:t>Supply</a:t>
            </a:r>
          </a:p>
        </p:txBody>
      </p:sp>
      <p:sp>
        <p:nvSpPr>
          <p:cNvPr id="375815" name="Rectangle 7">
            <a:extLst>
              <a:ext uri="{FF2B5EF4-FFF2-40B4-BE49-F238E27FC236}">
                <a16:creationId xmlns:a16="http://schemas.microsoft.com/office/drawing/2014/main" id="{15040935-A869-448F-A582-F546727B0F5B}"/>
              </a:ext>
            </a:extLst>
          </p:cNvPr>
          <p:cNvSpPr>
            <a:spLocks noGrp="1"/>
          </p:cNvSpPr>
          <p:nvPr>
            <p:ph sz="quarter" idx="1"/>
          </p:nvPr>
        </p:nvSpPr>
        <p:spPr>
          <a:xfrm>
            <a:off x="402335" y="1334774"/>
            <a:ext cx="11541659" cy="4914900"/>
          </a:xfrm>
        </p:spPr>
        <p:txBody>
          <a:bodyPr/>
          <a:lstStyle/>
          <a:p>
            <a:pPr marL="0" indent="0">
              <a:spcBef>
                <a:spcPts val="1200"/>
              </a:spcBef>
              <a:buNone/>
            </a:pPr>
            <a:r>
              <a:rPr lang="en-GB" altLang="en-US" sz="2000" b="1">
                <a:latin typeface="Calibri" panose="020F0502020204030204" pitchFamily="34" charset="0"/>
                <a:cs typeface="Calibri" panose="020F0502020204030204" pitchFamily="34" charset="0"/>
              </a:rPr>
              <a:t>Determinants of supply</a:t>
            </a:r>
          </a:p>
          <a:p>
            <a:pPr marL="0" indent="0">
              <a:spcBef>
                <a:spcPts val="1200"/>
              </a:spcBef>
              <a:buNone/>
            </a:pPr>
            <a:endParaRPr lang="en-GB" altLang="en-US" sz="2000" b="1">
              <a:latin typeface="Calibri" panose="020F0502020204030204" pitchFamily="34" charset="0"/>
              <a:cs typeface="Calibri" panose="020F0502020204030204" pitchFamily="34" charset="0"/>
            </a:endParaRPr>
          </a:p>
          <a:p>
            <a:pPr>
              <a:spcBef>
                <a:spcPts val="1200"/>
              </a:spcBef>
            </a:pPr>
            <a:r>
              <a:rPr lang="en-GB" altLang="en-US" sz="2000" b="1">
                <a:latin typeface="Calibri" panose="020F0502020204030204" pitchFamily="34" charset="0"/>
                <a:cs typeface="Calibri" panose="020F0502020204030204" pitchFamily="34" charset="0"/>
              </a:rPr>
              <a:t>Price </a:t>
            </a:r>
            <a:r>
              <a:rPr lang="en-GB" altLang="en-US" sz="2000">
                <a:latin typeface="Calibri" panose="020F0502020204030204" pitchFamily="34" charset="0"/>
                <a:cs typeface="Calibri" panose="020F0502020204030204" pitchFamily="34" charset="0"/>
              </a:rPr>
              <a:t>(movement along supply curve)</a:t>
            </a:r>
          </a:p>
          <a:p>
            <a:pPr marL="0" indent="0">
              <a:spcBef>
                <a:spcPts val="1200"/>
              </a:spcBef>
              <a:buNone/>
            </a:pPr>
            <a:endParaRPr lang="en-GB" altLang="en-US" sz="2000">
              <a:latin typeface="Calibri" panose="020F0502020204030204" pitchFamily="34" charset="0"/>
              <a:cs typeface="Calibri" panose="020F0502020204030204" pitchFamily="34" charset="0"/>
            </a:endParaRPr>
          </a:p>
          <a:p>
            <a:pPr>
              <a:spcBef>
                <a:spcPts val="1200"/>
              </a:spcBef>
            </a:pPr>
            <a:r>
              <a:rPr lang="en-GB" altLang="en-US" sz="2000" b="1">
                <a:latin typeface="Calibri" panose="020F0502020204030204" pitchFamily="34" charset="0"/>
                <a:cs typeface="Calibri" panose="020F0502020204030204" pitchFamily="34" charset="0"/>
              </a:rPr>
              <a:t>Costs of production </a:t>
            </a:r>
            <a:r>
              <a:rPr lang="en-GB" altLang="en-US" sz="2000">
                <a:latin typeface="Calibri" panose="020F0502020204030204" pitchFamily="34" charset="0"/>
                <a:cs typeface="Calibri" panose="020F0502020204030204" pitchFamily="34" charset="0"/>
              </a:rPr>
              <a:t>(shift in supply curve)</a:t>
            </a:r>
          </a:p>
          <a:p>
            <a:pPr lvl="1">
              <a:spcBef>
                <a:spcPts val="1200"/>
              </a:spcBef>
            </a:pPr>
            <a:r>
              <a:rPr lang="en-GB" altLang="en-US">
                <a:latin typeface="Calibri" panose="020F0502020204030204" pitchFamily="34" charset="0"/>
                <a:cs typeface="Calibri" panose="020F0502020204030204" pitchFamily="34" charset="0"/>
              </a:rPr>
              <a:t>Costs of production will rise if wages, raw material prices, rents, interest rates or other input prices rise</a:t>
            </a:r>
          </a:p>
          <a:p>
            <a:pPr lvl="1">
              <a:spcBef>
                <a:spcPts val="1200"/>
              </a:spcBef>
            </a:pPr>
            <a:r>
              <a:rPr lang="en-GB" altLang="en-US">
                <a:latin typeface="Calibri" panose="020F0502020204030204" pitchFamily="34" charset="0"/>
                <a:cs typeface="Calibri" panose="020F0502020204030204" pitchFamily="34" charset="0"/>
              </a:rPr>
              <a:t>Technological advances can fundamentally alter the costs of production, for e.g., the microchip revolution has changed production methods and information handling in many industries</a:t>
            </a:r>
          </a:p>
          <a:p>
            <a:pPr lvl="1">
              <a:spcBef>
                <a:spcPts val="1200"/>
              </a:spcBef>
            </a:pPr>
            <a:r>
              <a:rPr lang="en-GB" altLang="en-US">
                <a:latin typeface="Calibri" panose="020F0502020204030204" pitchFamily="34" charset="0"/>
                <a:cs typeface="Calibri" panose="020F0502020204030204" pitchFamily="34" charset="0"/>
              </a:rPr>
              <a:t>Organisational changes: various cost savings can be made by reorganising production</a:t>
            </a:r>
          </a:p>
          <a:p>
            <a:pPr lvl="1">
              <a:spcBef>
                <a:spcPts val="1200"/>
              </a:spcBef>
            </a:pPr>
            <a:r>
              <a:rPr lang="en-GB" altLang="en-US">
                <a:latin typeface="Calibri" panose="020F0502020204030204" pitchFamily="34" charset="0"/>
                <a:cs typeface="Calibri" panose="020F0502020204030204" pitchFamily="34" charset="0"/>
              </a:rPr>
              <a:t>Costs are lowered by government subsidies and raised by taxes. Costs may also be affected by changes to laws or regulations. </a:t>
            </a:r>
          </a:p>
          <a:p>
            <a:pPr marL="457200" lvl="1" indent="0">
              <a:spcBef>
                <a:spcPts val="1200"/>
              </a:spcBef>
              <a:buNone/>
            </a:pPr>
            <a:endParaRPr lang="en-GB" altLang="en-US" sz="1800"/>
          </a:p>
        </p:txBody>
      </p:sp>
    </p:spTree>
    <p:extLst>
      <p:ext uri="{BB962C8B-B14F-4D97-AF65-F5344CB8AC3E}">
        <p14:creationId xmlns:p14="http://schemas.microsoft.com/office/powerpoint/2010/main" val="283413562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 calcmode="lin" valueType="num">
                                      <p:cBhvr additive="base">
                                        <p:cTn id="7" dur="500"/>
                                        <p:tgtEl>
                                          <p:spTgt spid="3758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5">
                                            <p:txEl>
                                              <p:pRg st="2" end="2"/>
                                            </p:txEl>
                                          </p:spTgt>
                                        </p:tgtEl>
                                        <p:attrNameLst>
                                          <p:attrName>style.visibility</p:attrName>
                                        </p:attrNameLst>
                                      </p:cBhvr>
                                      <p:to>
                                        <p:strVal val="visible"/>
                                      </p:to>
                                    </p:set>
                                    <p:anim calcmode="lin" valueType="num">
                                      <p:cBhvr additive="base">
                                        <p:cTn id="13" dur="500"/>
                                        <p:tgtEl>
                                          <p:spTgt spid="37581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5">
                                            <p:txEl>
                                              <p:pRg st="4" end="4"/>
                                            </p:txEl>
                                          </p:spTgt>
                                        </p:tgtEl>
                                        <p:attrNameLst>
                                          <p:attrName>style.visibility</p:attrName>
                                        </p:attrNameLst>
                                      </p:cBhvr>
                                      <p:to>
                                        <p:strVal val="visible"/>
                                      </p:to>
                                    </p:set>
                                    <p:anim calcmode="lin" valueType="num">
                                      <p:cBhvr additive="base">
                                        <p:cTn id="19" dur="500"/>
                                        <p:tgtEl>
                                          <p:spTgt spid="375815">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5815">
                                            <p:txEl>
                                              <p:pRg st="5" end="5"/>
                                            </p:txEl>
                                          </p:spTgt>
                                        </p:tgtEl>
                                        <p:attrNameLst>
                                          <p:attrName>style.visibility</p:attrName>
                                        </p:attrNameLst>
                                      </p:cBhvr>
                                      <p:to>
                                        <p:strVal val="visible"/>
                                      </p:to>
                                    </p:set>
                                    <p:anim calcmode="lin" valueType="num">
                                      <p:cBhvr additive="base">
                                        <p:cTn id="25" dur="500"/>
                                        <p:tgtEl>
                                          <p:spTgt spid="375815">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5815">
                                            <p:txEl>
                                              <p:pRg st="6" end="6"/>
                                            </p:txEl>
                                          </p:spTgt>
                                        </p:tgtEl>
                                        <p:attrNameLst>
                                          <p:attrName>style.visibility</p:attrName>
                                        </p:attrNameLst>
                                      </p:cBhvr>
                                      <p:to>
                                        <p:strVal val="visible"/>
                                      </p:to>
                                    </p:set>
                                    <p:anim calcmode="lin" valueType="num">
                                      <p:cBhvr additive="base">
                                        <p:cTn id="31" dur="500"/>
                                        <p:tgtEl>
                                          <p:spTgt spid="375815">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5815">
                                            <p:txEl>
                                              <p:pRg st="7" end="7"/>
                                            </p:txEl>
                                          </p:spTgt>
                                        </p:tgtEl>
                                        <p:attrNameLst>
                                          <p:attrName>style.visibility</p:attrName>
                                        </p:attrNameLst>
                                      </p:cBhvr>
                                      <p:to>
                                        <p:strVal val="visible"/>
                                      </p:to>
                                    </p:set>
                                    <p:anim calcmode="lin" valueType="num">
                                      <p:cBhvr additive="base">
                                        <p:cTn id="37" dur="500"/>
                                        <p:tgtEl>
                                          <p:spTgt spid="375815">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581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5815">
                                            <p:txEl>
                                              <p:pRg st="8" end="8"/>
                                            </p:txEl>
                                          </p:spTgt>
                                        </p:tgtEl>
                                        <p:attrNameLst>
                                          <p:attrName>style.visibility</p:attrName>
                                        </p:attrNameLst>
                                      </p:cBhvr>
                                      <p:to>
                                        <p:strVal val="visible"/>
                                      </p:to>
                                    </p:set>
                                    <p:anim calcmode="lin" valueType="num">
                                      <p:cBhvr additive="base">
                                        <p:cTn id="43" dur="500"/>
                                        <p:tgtEl>
                                          <p:spTgt spid="375815">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58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5"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1B696483-DA3B-48A7-923C-19174AABB96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a:extLst>
              <a:ext uri="{FF2B5EF4-FFF2-40B4-BE49-F238E27FC236}">
                <a16:creationId xmlns:a16="http://schemas.microsoft.com/office/drawing/2014/main" id="{67B3369E-7310-41E8-A9E3-19E6E537D08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4" name="Rectangle 6">
            <a:extLst>
              <a:ext uri="{FF2B5EF4-FFF2-40B4-BE49-F238E27FC236}">
                <a16:creationId xmlns:a16="http://schemas.microsoft.com/office/drawing/2014/main" id="{656C61D2-78E2-4F9E-AAE7-829D8982F829}"/>
              </a:ext>
            </a:extLst>
          </p:cNvPr>
          <p:cNvSpPr>
            <a:spLocks noGrp="1"/>
          </p:cNvSpPr>
          <p:nvPr>
            <p:ph type="title"/>
          </p:nvPr>
        </p:nvSpPr>
        <p:spPr/>
        <p:txBody>
          <a:bodyPr/>
          <a:lstStyle/>
          <a:p>
            <a:r>
              <a:rPr lang="en-GB" altLang="en-US"/>
              <a:t>Supply</a:t>
            </a:r>
          </a:p>
        </p:txBody>
      </p:sp>
      <p:sp>
        <p:nvSpPr>
          <p:cNvPr id="375815" name="Rectangle 7">
            <a:extLst>
              <a:ext uri="{FF2B5EF4-FFF2-40B4-BE49-F238E27FC236}">
                <a16:creationId xmlns:a16="http://schemas.microsoft.com/office/drawing/2014/main" id="{15040935-A869-448F-A582-F546727B0F5B}"/>
              </a:ext>
            </a:extLst>
          </p:cNvPr>
          <p:cNvSpPr>
            <a:spLocks noGrp="1"/>
          </p:cNvSpPr>
          <p:nvPr>
            <p:ph sz="quarter" idx="1"/>
          </p:nvPr>
        </p:nvSpPr>
        <p:spPr>
          <a:xfrm>
            <a:off x="402336" y="1426341"/>
            <a:ext cx="11338560" cy="4914900"/>
          </a:xfrm>
        </p:spPr>
        <p:txBody>
          <a:bodyPr/>
          <a:lstStyle/>
          <a:p>
            <a:pPr lvl="1">
              <a:spcBef>
                <a:spcPts val="1200"/>
              </a:spcBef>
            </a:pPr>
            <a:r>
              <a:rPr lang="en-GB" altLang="en-US" sz="2000" b="1">
                <a:solidFill>
                  <a:schemeClr val="tx1"/>
                </a:solidFill>
                <a:latin typeface="Calibri" panose="020F0502020204030204" pitchFamily="34" charset="0"/>
                <a:cs typeface="Calibri" panose="020F0502020204030204" pitchFamily="34" charset="0"/>
              </a:rPr>
              <a:t>Profitability of alternative products </a:t>
            </a:r>
            <a:r>
              <a:rPr lang="en-GB" altLang="en-US" sz="2000">
                <a:solidFill>
                  <a:schemeClr val="tx1"/>
                </a:solidFill>
                <a:latin typeface="Calibri" panose="020F0502020204030204" pitchFamily="34" charset="0"/>
                <a:cs typeface="Calibri" panose="020F0502020204030204" pitchFamily="34" charset="0"/>
              </a:rPr>
              <a:t>(shift in supply curve)</a:t>
            </a:r>
          </a:p>
          <a:p>
            <a:pPr lvl="2">
              <a:spcBef>
                <a:spcPts val="1200"/>
              </a:spcBef>
            </a:pPr>
            <a:r>
              <a:rPr lang="en-GB" altLang="en-US" sz="2000">
                <a:latin typeface="Calibri" panose="020F0502020204030204" pitchFamily="34" charset="0"/>
                <a:cs typeface="Calibri" panose="020F0502020204030204" pitchFamily="34" charset="0"/>
              </a:rPr>
              <a:t>M</a:t>
            </a:r>
            <a:r>
              <a:rPr lang="en-GB" altLang="en-US" sz="2000">
                <a:solidFill>
                  <a:schemeClr val="tx1"/>
                </a:solidFill>
                <a:latin typeface="Calibri" panose="020F0502020204030204" pitchFamily="34" charset="0"/>
                <a:cs typeface="Calibri" panose="020F0502020204030204" pitchFamily="34" charset="0"/>
              </a:rPr>
              <a:t>ovement of resources from the production of one good to another as circumstances change. </a:t>
            </a:r>
          </a:p>
          <a:p>
            <a:pPr lvl="2">
              <a:spcBef>
                <a:spcPts val="1200"/>
              </a:spcBef>
            </a:pPr>
            <a:r>
              <a:rPr lang="en-GB" altLang="en-US" sz="2000">
                <a:latin typeface="Calibri" panose="020F0502020204030204" pitchFamily="34" charset="0"/>
                <a:cs typeface="Calibri" panose="020F0502020204030204" pitchFamily="34" charset="0"/>
              </a:rPr>
              <a:t>For e.g., in 2020 several drink producers switched to producing hand sanitiser.</a:t>
            </a:r>
          </a:p>
          <a:p>
            <a:pPr lvl="1">
              <a:spcBef>
                <a:spcPts val="1200"/>
              </a:spcBef>
              <a:buFont typeface="Wingdings 2" panose="05020102010507070707" pitchFamily="18" charset="2"/>
              <a:buChar char="¡"/>
            </a:pPr>
            <a:endParaRPr lang="en-GB" altLang="en-US" sz="2000" b="1">
              <a:solidFill>
                <a:schemeClr val="tx1"/>
              </a:solidFill>
              <a:latin typeface="Calibri" panose="020F0502020204030204" pitchFamily="34" charset="0"/>
              <a:cs typeface="Calibri" panose="020F0502020204030204" pitchFamily="34" charset="0"/>
            </a:endParaRPr>
          </a:p>
          <a:p>
            <a:pPr lvl="1">
              <a:spcBef>
                <a:spcPts val="1200"/>
              </a:spcBef>
            </a:pPr>
            <a:r>
              <a:rPr lang="en-GB" altLang="en-US" sz="2000" b="1">
                <a:solidFill>
                  <a:schemeClr val="tx1"/>
                </a:solidFill>
                <a:latin typeface="Calibri" panose="020F0502020204030204" pitchFamily="34" charset="0"/>
                <a:cs typeface="Calibri" panose="020F0502020204030204" pitchFamily="34" charset="0"/>
              </a:rPr>
              <a:t>Profitability of goods in joint supply </a:t>
            </a:r>
            <a:r>
              <a:rPr lang="en-GB" altLang="en-US" sz="2000">
                <a:solidFill>
                  <a:schemeClr val="tx1"/>
                </a:solidFill>
                <a:latin typeface="Calibri" panose="020F0502020204030204" pitchFamily="34" charset="0"/>
                <a:cs typeface="Calibri" panose="020F0502020204030204" pitchFamily="34" charset="0"/>
              </a:rPr>
              <a:t>(shift in supply curve)</a:t>
            </a:r>
          </a:p>
          <a:p>
            <a:pPr lvl="2">
              <a:spcBef>
                <a:spcPts val="1200"/>
              </a:spcBef>
            </a:pPr>
            <a:r>
              <a:rPr lang="en-GB" altLang="en-US" sz="2000">
                <a:latin typeface="Calibri" panose="020F0502020204030204" pitchFamily="34" charset="0"/>
                <a:cs typeface="Calibri" panose="020F0502020204030204" pitchFamily="34" charset="0"/>
              </a:rPr>
              <a:t>Sometimes when one good is produced, another good is also produced at the same time. </a:t>
            </a:r>
          </a:p>
          <a:p>
            <a:pPr lvl="2">
              <a:spcBef>
                <a:spcPts val="1200"/>
              </a:spcBef>
            </a:pPr>
            <a:r>
              <a:rPr lang="en-GB" altLang="en-US" sz="2000">
                <a:latin typeface="Calibri" panose="020F0502020204030204" pitchFamily="34" charset="0"/>
                <a:cs typeface="Calibri" panose="020F0502020204030204" pitchFamily="34" charset="0"/>
              </a:rPr>
              <a:t>For e.g., the refining of crude oil to produce petrol. If more petrol is produced, the production of other grade fuels, such as diesel and paraffin, increases too.</a:t>
            </a:r>
          </a:p>
          <a:p>
            <a:pPr lvl="1">
              <a:spcBef>
                <a:spcPts val="1200"/>
              </a:spcBef>
            </a:pPr>
            <a:endParaRPr lang="en-GB" altLang="en-US" sz="1800"/>
          </a:p>
        </p:txBody>
      </p:sp>
    </p:spTree>
    <p:extLst>
      <p:ext uri="{BB962C8B-B14F-4D97-AF65-F5344CB8AC3E}">
        <p14:creationId xmlns:p14="http://schemas.microsoft.com/office/powerpoint/2010/main" val="36203730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 calcmode="lin" valueType="num">
                                      <p:cBhvr additive="base">
                                        <p:cTn id="7" dur="500"/>
                                        <p:tgtEl>
                                          <p:spTgt spid="3758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5">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75815">
                                            <p:txEl>
                                              <p:pRg st="1" end="1"/>
                                            </p:txEl>
                                          </p:spTgt>
                                        </p:tgtEl>
                                        <p:attrNameLst>
                                          <p:attrName>style.visibility</p:attrName>
                                        </p:attrNameLst>
                                      </p:cBhvr>
                                      <p:to>
                                        <p:strVal val="visible"/>
                                      </p:to>
                                    </p:set>
                                    <p:anim calcmode="lin" valueType="num">
                                      <p:cBhvr additive="base">
                                        <p:cTn id="11" dur="500"/>
                                        <p:tgtEl>
                                          <p:spTgt spid="37581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75815">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375815">
                                            <p:txEl>
                                              <p:pRg st="2" end="2"/>
                                            </p:txEl>
                                          </p:spTgt>
                                        </p:tgtEl>
                                        <p:attrNameLst>
                                          <p:attrName>style.visibility</p:attrName>
                                        </p:attrNameLst>
                                      </p:cBhvr>
                                      <p:to>
                                        <p:strVal val="visible"/>
                                      </p:to>
                                    </p:set>
                                    <p:anim calcmode="lin" valueType="num">
                                      <p:cBhvr additive="base">
                                        <p:cTn id="15" dur="500"/>
                                        <p:tgtEl>
                                          <p:spTgt spid="375815">
                                            <p:txEl>
                                              <p:pRg st="2" end="2"/>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7581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375815">
                                            <p:txEl>
                                              <p:pRg st="4" end="4"/>
                                            </p:txEl>
                                          </p:spTgt>
                                        </p:tgtEl>
                                        <p:attrNameLst>
                                          <p:attrName>style.visibility</p:attrName>
                                        </p:attrNameLst>
                                      </p:cBhvr>
                                      <p:to>
                                        <p:strVal val="visible"/>
                                      </p:to>
                                    </p:set>
                                    <p:anim calcmode="lin" valueType="num">
                                      <p:cBhvr additive="base">
                                        <p:cTn id="21" dur="500"/>
                                        <p:tgtEl>
                                          <p:spTgt spid="375815">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5815">
                                            <p:txEl>
                                              <p:pRg st="4" end="4"/>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75815">
                                            <p:txEl>
                                              <p:pRg st="5" end="5"/>
                                            </p:txEl>
                                          </p:spTgt>
                                        </p:tgtEl>
                                        <p:attrNameLst>
                                          <p:attrName>style.visibility</p:attrName>
                                        </p:attrNameLst>
                                      </p:cBhvr>
                                      <p:to>
                                        <p:strVal val="visible"/>
                                      </p:to>
                                    </p:set>
                                    <p:anim calcmode="lin" valueType="num">
                                      <p:cBhvr additive="base">
                                        <p:cTn id="25" dur="500"/>
                                        <p:tgtEl>
                                          <p:spTgt spid="375815">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5">
                                            <p:txEl>
                                              <p:pRg st="5" end="5"/>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5815">
                                            <p:txEl>
                                              <p:pRg st="6" end="6"/>
                                            </p:txEl>
                                          </p:spTgt>
                                        </p:tgtEl>
                                        <p:attrNameLst>
                                          <p:attrName>style.visibility</p:attrName>
                                        </p:attrNameLst>
                                      </p:cBhvr>
                                      <p:to>
                                        <p:strVal val="visible"/>
                                      </p:to>
                                    </p:set>
                                    <p:anim calcmode="lin" valueType="num">
                                      <p:cBhvr additive="base">
                                        <p:cTn id="29" dur="500"/>
                                        <p:tgtEl>
                                          <p:spTgt spid="375815">
                                            <p:txEl>
                                              <p:pRg st="6" end="6"/>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58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5"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1B696483-DA3B-48A7-923C-19174AABB96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a:extLst>
              <a:ext uri="{FF2B5EF4-FFF2-40B4-BE49-F238E27FC236}">
                <a16:creationId xmlns:a16="http://schemas.microsoft.com/office/drawing/2014/main" id="{67B3369E-7310-41E8-A9E3-19E6E537D089}"/>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4" name="Rectangle 6">
            <a:extLst>
              <a:ext uri="{FF2B5EF4-FFF2-40B4-BE49-F238E27FC236}">
                <a16:creationId xmlns:a16="http://schemas.microsoft.com/office/drawing/2014/main" id="{656C61D2-78E2-4F9E-AAE7-829D8982F829}"/>
              </a:ext>
            </a:extLst>
          </p:cNvPr>
          <p:cNvSpPr>
            <a:spLocks noGrp="1"/>
          </p:cNvSpPr>
          <p:nvPr>
            <p:ph type="title"/>
          </p:nvPr>
        </p:nvSpPr>
        <p:spPr>
          <a:xfrm>
            <a:off x="838200" y="160660"/>
            <a:ext cx="10515600" cy="861720"/>
          </a:xfrm>
        </p:spPr>
        <p:txBody>
          <a:bodyPr/>
          <a:lstStyle/>
          <a:p>
            <a:r>
              <a:rPr lang="en-GB" altLang="en-US"/>
              <a:t>Supply</a:t>
            </a:r>
          </a:p>
        </p:txBody>
      </p:sp>
      <p:sp>
        <p:nvSpPr>
          <p:cNvPr id="375815" name="Rectangle 7">
            <a:extLst>
              <a:ext uri="{FF2B5EF4-FFF2-40B4-BE49-F238E27FC236}">
                <a16:creationId xmlns:a16="http://schemas.microsoft.com/office/drawing/2014/main" id="{15040935-A869-448F-A582-F546727B0F5B}"/>
              </a:ext>
            </a:extLst>
          </p:cNvPr>
          <p:cNvSpPr>
            <a:spLocks noGrp="1"/>
          </p:cNvSpPr>
          <p:nvPr>
            <p:ph sz="quarter" idx="1"/>
          </p:nvPr>
        </p:nvSpPr>
        <p:spPr>
          <a:xfrm>
            <a:off x="402336" y="1056460"/>
            <a:ext cx="11338560" cy="5308692"/>
          </a:xfrm>
        </p:spPr>
        <p:txBody>
          <a:bodyPr>
            <a:normAutofit lnSpcReduction="10000"/>
          </a:bodyPr>
          <a:lstStyle/>
          <a:p>
            <a:pPr lvl="1">
              <a:spcBef>
                <a:spcPts val="1200"/>
              </a:spcBef>
              <a:buFont typeface="Wingdings 2" panose="05020102010507070707" pitchFamily="18" charset="2"/>
              <a:buChar char="¡"/>
            </a:pPr>
            <a:r>
              <a:rPr lang="en-GB" altLang="en-US" sz="2000" b="1">
                <a:solidFill>
                  <a:schemeClr val="tx1"/>
                </a:solidFill>
                <a:latin typeface="Calibri" panose="020F0502020204030204" pitchFamily="34" charset="0"/>
                <a:cs typeface="Calibri" panose="020F0502020204030204" pitchFamily="34" charset="0"/>
              </a:rPr>
              <a:t>Nature and other random shocks </a:t>
            </a:r>
            <a:r>
              <a:rPr lang="en-GB" altLang="en-US" sz="2000">
                <a:solidFill>
                  <a:schemeClr val="tx1"/>
                </a:solidFill>
                <a:latin typeface="Calibri" panose="020F0502020204030204" pitchFamily="34" charset="0"/>
                <a:cs typeface="Calibri" panose="020F0502020204030204" pitchFamily="34" charset="0"/>
              </a:rPr>
              <a:t>(shift in supply curve)</a:t>
            </a:r>
          </a:p>
          <a:p>
            <a:pPr lvl="2">
              <a:spcBef>
                <a:spcPts val="1200"/>
              </a:spcBef>
            </a:pPr>
            <a:r>
              <a:rPr lang="en-GB" altLang="en-US" sz="2000">
                <a:latin typeface="Calibri" panose="020F0502020204030204" pitchFamily="34" charset="0"/>
                <a:cs typeface="Calibri" panose="020F0502020204030204" pitchFamily="34" charset="0"/>
              </a:rPr>
              <a:t>For e.g., the weather and diseases affecting farm output, wars affecting the supply of imported raw materials, industrial disputes, earthquakes, floods and pandemics, such as Covid-19.</a:t>
            </a:r>
          </a:p>
          <a:p>
            <a:pPr marL="914400" lvl="2" indent="0">
              <a:spcBef>
                <a:spcPts val="1200"/>
              </a:spcBef>
              <a:buNone/>
            </a:pPr>
            <a:endParaRPr lang="en-GB" altLang="en-US" sz="2000">
              <a:latin typeface="Calibri" panose="020F0502020204030204" pitchFamily="34" charset="0"/>
              <a:cs typeface="Calibri" panose="020F0502020204030204" pitchFamily="34" charset="0"/>
            </a:endParaRPr>
          </a:p>
          <a:p>
            <a:pPr lvl="1">
              <a:spcBef>
                <a:spcPts val="1200"/>
              </a:spcBef>
              <a:buFont typeface="Wingdings 2" panose="05020102010507070707" pitchFamily="18" charset="2"/>
              <a:buChar char="¡"/>
            </a:pPr>
            <a:r>
              <a:rPr lang="en-GB" altLang="en-US" sz="2000" b="1">
                <a:solidFill>
                  <a:schemeClr val="tx1"/>
                </a:solidFill>
                <a:latin typeface="Calibri" panose="020F0502020204030204" pitchFamily="34" charset="0"/>
                <a:cs typeface="Calibri" panose="020F0502020204030204" pitchFamily="34" charset="0"/>
              </a:rPr>
              <a:t>Aims of producers </a:t>
            </a:r>
            <a:r>
              <a:rPr lang="en-GB" altLang="en-US" sz="2000">
                <a:solidFill>
                  <a:schemeClr val="tx1"/>
                </a:solidFill>
                <a:latin typeface="Calibri" panose="020F0502020204030204" pitchFamily="34" charset="0"/>
                <a:cs typeface="Calibri" panose="020F0502020204030204" pitchFamily="34" charset="0"/>
              </a:rPr>
              <a:t>(shift in supply curve)</a:t>
            </a:r>
          </a:p>
          <a:p>
            <a:pPr lvl="2">
              <a:spcBef>
                <a:spcPts val="1200"/>
              </a:spcBef>
            </a:pPr>
            <a:r>
              <a:rPr lang="en-GB" altLang="en-US" sz="2000">
                <a:latin typeface="Calibri" panose="020F0502020204030204" pitchFamily="34" charset="0"/>
                <a:cs typeface="Calibri" panose="020F0502020204030204" pitchFamily="34" charset="0"/>
              </a:rPr>
              <a:t>A profit-maximising firm will supply a different quantity to a firm that is trying to maximise sales</a:t>
            </a:r>
          </a:p>
          <a:p>
            <a:pPr marL="914400" lvl="2" indent="0">
              <a:spcBef>
                <a:spcPts val="1200"/>
              </a:spcBef>
              <a:buNone/>
            </a:pPr>
            <a:r>
              <a:rPr lang="en-GB" altLang="en-US" sz="2000">
                <a:latin typeface="Calibri" panose="020F0502020204030204" pitchFamily="34" charset="0"/>
                <a:cs typeface="Calibri" panose="020F0502020204030204" pitchFamily="34" charset="0"/>
              </a:rPr>
              <a:t> </a:t>
            </a:r>
          </a:p>
          <a:p>
            <a:pPr lvl="1">
              <a:spcBef>
                <a:spcPts val="1200"/>
              </a:spcBef>
              <a:buFont typeface="Wingdings 2" panose="05020102010507070707" pitchFamily="18" charset="2"/>
              <a:buChar char="¡"/>
            </a:pPr>
            <a:r>
              <a:rPr lang="en-GB" altLang="en-US" sz="2000" b="1">
                <a:solidFill>
                  <a:schemeClr val="tx1"/>
                </a:solidFill>
                <a:latin typeface="Calibri" panose="020F0502020204030204" pitchFamily="34" charset="0"/>
                <a:cs typeface="Calibri" panose="020F0502020204030204" pitchFamily="34" charset="0"/>
              </a:rPr>
              <a:t>Expectations of producers </a:t>
            </a:r>
            <a:r>
              <a:rPr lang="en-GB" altLang="en-US" sz="2000">
                <a:solidFill>
                  <a:schemeClr val="tx1"/>
                </a:solidFill>
                <a:latin typeface="Calibri" panose="020F0502020204030204" pitchFamily="34" charset="0"/>
                <a:cs typeface="Calibri" panose="020F0502020204030204" pitchFamily="34" charset="0"/>
              </a:rPr>
              <a:t>(shift in supply curve)</a:t>
            </a:r>
          </a:p>
          <a:p>
            <a:pPr lvl="2">
              <a:spcBef>
                <a:spcPts val="1200"/>
              </a:spcBef>
            </a:pPr>
            <a:r>
              <a:rPr lang="en-GB" altLang="en-US" sz="2000">
                <a:latin typeface="Calibri" panose="020F0502020204030204" pitchFamily="34" charset="0"/>
                <a:cs typeface="Calibri" panose="020F0502020204030204" pitchFamily="34" charset="0"/>
              </a:rPr>
              <a:t>If price is expected to rise, producers may build up their stocks and release them on to the market once the price has risen. They may also plan to produce more, by installing new machines or taking on more labour, in advance of the price rise.</a:t>
            </a:r>
          </a:p>
          <a:p>
            <a:pPr marL="914400" lvl="2" indent="0">
              <a:spcBef>
                <a:spcPts val="1200"/>
              </a:spcBef>
              <a:buNone/>
            </a:pPr>
            <a:endParaRPr lang="en-GB" altLang="en-US" sz="2000" b="1">
              <a:solidFill>
                <a:schemeClr val="tx1"/>
              </a:solidFill>
              <a:latin typeface="Calibri" panose="020F0502020204030204" pitchFamily="34" charset="0"/>
              <a:cs typeface="Calibri" panose="020F0502020204030204" pitchFamily="34" charset="0"/>
            </a:endParaRPr>
          </a:p>
          <a:p>
            <a:pPr lvl="1">
              <a:spcBef>
                <a:spcPts val="1200"/>
              </a:spcBef>
              <a:buFont typeface="Wingdings 2" panose="05020102010507070707" pitchFamily="18" charset="2"/>
              <a:buChar char="¡"/>
            </a:pPr>
            <a:r>
              <a:rPr lang="en-GB" altLang="en-US" sz="2000" b="1">
                <a:solidFill>
                  <a:schemeClr val="tx1"/>
                </a:solidFill>
                <a:latin typeface="Calibri" panose="020F0502020204030204" pitchFamily="34" charset="0"/>
                <a:cs typeface="Calibri" panose="020F0502020204030204" pitchFamily="34" charset="0"/>
              </a:rPr>
              <a:t>The number of suppliers </a:t>
            </a:r>
            <a:r>
              <a:rPr lang="en-GB" altLang="en-US" sz="2000">
                <a:solidFill>
                  <a:srgbClr val="2C3846"/>
                </a:solidFill>
                <a:latin typeface="Calibri" panose="020F0502020204030204" pitchFamily="34" charset="0"/>
                <a:cs typeface="Calibri" panose="020F0502020204030204" pitchFamily="34" charset="0"/>
              </a:rPr>
              <a:t>(shift in supply curve)</a:t>
            </a:r>
          </a:p>
          <a:p>
            <a:pPr lvl="2">
              <a:spcBef>
                <a:spcPts val="1200"/>
              </a:spcBef>
            </a:pPr>
            <a:r>
              <a:rPr lang="en-GB" altLang="en-US" sz="2000">
                <a:latin typeface="Calibri" panose="020F0502020204030204" pitchFamily="34" charset="0"/>
                <a:cs typeface="Calibri" panose="020F0502020204030204" pitchFamily="34" charset="0"/>
              </a:rPr>
              <a:t>If new firms enter the market, supply is likely to increase</a:t>
            </a:r>
          </a:p>
          <a:p>
            <a:pPr marL="274638" lvl="1" indent="0">
              <a:spcBef>
                <a:spcPts val="1200"/>
              </a:spcBef>
              <a:buNone/>
            </a:pPr>
            <a:endParaRPr lang="en-GB" altLang="en-US" sz="1800"/>
          </a:p>
        </p:txBody>
      </p:sp>
    </p:spTree>
    <p:extLst>
      <p:ext uri="{BB962C8B-B14F-4D97-AF65-F5344CB8AC3E}">
        <p14:creationId xmlns:p14="http://schemas.microsoft.com/office/powerpoint/2010/main" val="39477377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 calcmode="lin" valueType="num">
                                      <p:cBhvr additive="base">
                                        <p:cTn id="7" dur="500"/>
                                        <p:tgtEl>
                                          <p:spTgt spid="3758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5">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75815">
                                            <p:txEl>
                                              <p:pRg st="1" end="1"/>
                                            </p:txEl>
                                          </p:spTgt>
                                        </p:tgtEl>
                                        <p:attrNameLst>
                                          <p:attrName>style.visibility</p:attrName>
                                        </p:attrNameLst>
                                      </p:cBhvr>
                                      <p:to>
                                        <p:strVal val="visible"/>
                                      </p:to>
                                    </p:set>
                                    <p:anim calcmode="lin" valueType="num">
                                      <p:cBhvr additive="base">
                                        <p:cTn id="11" dur="500"/>
                                        <p:tgtEl>
                                          <p:spTgt spid="37581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758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75815">
                                            <p:txEl>
                                              <p:pRg st="3" end="3"/>
                                            </p:txEl>
                                          </p:spTgt>
                                        </p:tgtEl>
                                        <p:attrNameLst>
                                          <p:attrName>style.visibility</p:attrName>
                                        </p:attrNameLst>
                                      </p:cBhvr>
                                      <p:to>
                                        <p:strVal val="visible"/>
                                      </p:to>
                                    </p:set>
                                    <p:anim calcmode="lin" valueType="num">
                                      <p:cBhvr additive="base">
                                        <p:cTn id="17" dur="500"/>
                                        <p:tgtEl>
                                          <p:spTgt spid="375815">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75815">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75815">
                                            <p:txEl>
                                              <p:pRg st="4" end="4"/>
                                            </p:txEl>
                                          </p:spTgt>
                                        </p:tgtEl>
                                        <p:attrNameLst>
                                          <p:attrName>style.visibility</p:attrName>
                                        </p:attrNameLst>
                                      </p:cBhvr>
                                      <p:to>
                                        <p:strVal val="visible"/>
                                      </p:to>
                                    </p:set>
                                    <p:anim calcmode="lin" valueType="num">
                                      <p:cBhvr additive="base">
                                        <p:cTn id="21" dur="500"/>
                                        <p:tgtEl>
                                          <p:spTgt spid="375815">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5815">
                                            <p:txEl>
                                              <p:pRg st="4" end="4"/>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75815">
                                            <p:txEl>
                                              <p:pRg st="5" end="5"/>
                                            </p:txEl>
                                          </p:spTgt>
                                        </p:tgtEl>
                                        <p:attrNameLst>
                                          <p:attrName>style.visibility</p:attrName>
                                        </p:attrNameLst>
                                      </p:cBhvr>
                                      <p:to>
                                        <p:strVal val="visible"/>
                                      </p:to>
                                    </p:set>
                                    <p:anim calcmode="lin" valueType="num">
                                      <p:cBhvr additive="base">
                                        <p:cTn id="25" dur="500"/>
                                        <p:tgtEl>
                                          <p:spTgt spid="375815">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5">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5815">
                                            <p:txEl>
                                              <p:pRg st="6" end="6"/>
                                            </p:txEl>
                                          </p:spTgt>
                                        </p:tgtEl>
                                        <p:attrNameLst>
                                          <p:attrName>style.visibility</p:attrName>
                                        </p:attrNameLst>
                                      </p:cBhvr>
                                      <p:to>
                                        <p:strVal val="visible"/>
                                      </p:to>
                                    </p:set>
                                    <p:anim calcmode="lin" valueType="num">
                                      <p:cBhvr additive="base">
                                        <p:cTn id="31" dur="500"/>
                                        <p:tgtEl>
                                          <p:spTgt spid="375815">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5">
                                            <p:txEl>
                                              <p:pRg st="6" end="6"/>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75815">
                                            <p:txEl>
                                              <p:pRg st="7" end="7"/>
                                            </p:txEl>
                                          </p:spTgt>
                                        </p:tgtEl>
                                        <p:attrNameLst>
                                          <p:attrName>style.visibility</p:attrName>
                                        </p:attrNameLst>
                                      </p:cBhvr>
                                      <p:to>
                                        <p:strVal val="visible"/>
                                      </p:to>
                                    </p:set>
                                    <p:anim calcmode="lin" valueType="num">
                                      <p:cBhvr additive="base">
                                        <p:cTn id="35" dur="500"/>
                                        <p:tgtEl>
                                          <p:spTgt spid="375815">
                                            <p:txEl>
                                              <p:pRg st="7" end="7"/>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5815">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75815">
                                            <p:txEl>
                                              <p:pRg st="9" end="9"/>
                                            </p:txEl>
                                          </p:spTgt>
                                        </p:tgtEl>
                                        <p:attrNameLst>
                                          <p:attrName>style.visibility</p:attrName>
                                        </p:attrNameLst>
                                      </p:cBhvr>
                                      <p:to>
                                        <p:strVal val="visible"/>
                                      </p:to>
                                    </p:set>
                                    <p:anim calcmode="lin" valueType="num">
                                      <p:cBhvr additive="base">
                                        <p:cTn id="41" dur="500"/>
                                        <p:tgtEl>
                                          <p:spTgt spid="375815">
                                            <p:txEl>
                                              <p:pRg st="9" end="9"/>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75815">
                                            <p:txEl>
                                              <p:pRg st="9" end="9"/>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375815">
                                            <p:txEl>
                                              <p:pRg st="10" end="10"/>
                                            </p:txEl>
                                          </p:spTgt>
                                        </p:tgtEl>
                                        <p:attrNameLst>
                                          <p:attrName>style.visibility</p:attrName>
                                        </p:attrNameLst>
                                      </p:cBhvr>
                                      <p:to>
                                        <p:strVal val="visible"/>
                                      </p:to>
                                    </p:set>
                                    <p:anim calcmode="lin" valueType="num">
                                      <p:cBhvr additive="base">
                                        <p:cTn id="45" dur="500"/>
                                        <p:tgtEl>
                                          <p:spTgt spid="375815">
                                            <p:txEl>
                                              <p:pRg st="10" end="10"/>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758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5"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F0965624-BE6F-400F-9E5B-0050EDEF226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5D5F1831-D7B2-48F4-B2AD-82C5B4E34C2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1" name="Rectangle 7">
            <a:extLst>
              <a:ext uri="{FF2B5EF4-FFF2-40B4-BE49-F238E27FC236}">
                <a16:creationId xmlns:a16="http://schemas.microsoft.com/office/drawing/2014/main" id="{E7BCAD06-BF7B-4BEA-9943-E45A20B43107}"/>
              </a:ext>
            </a:extLst>
          </p:cNvPr>
          <p:cNvSpPr>
            <a:spLocks noGrp="1"/>
          </p:cNvSpPr>
          <p:nvPr>
            <p:ph type="title"/>
          </p:nvPr>
        </p:nvSpPr>
        <p:spPr>
          <a:noFill/>
          <a:ln/>
        </p:spPr>
        <p:txBody>
          <a:bodyPr/>
          <a:lstStyle/>
          <a:p>
            <a:r>
              <a:rPr lang="en-GB" altLang="en-US"/>
              <a:t>Price and Output Determination</a:t>
            </a:r>
          </a:p>
        </p:txBody>
      </p:sp>
      <p:sp>
        <p:nvSpPr>
          <p:cNvPr id="379909" name="Rectangle 5">
            <a:extLst>
              <a:ext uri="{FF2B5EF4-FFF2-40B4-BE49-F238E27FC236}">
                <a16:creationId xmlns:a16="http://schemas.microsoft.com/office/drawing/2014/main" id="{6C2C1414-9215-4916-89A2-6CCF19538CD1}"/>
              </a:ext>
            </a:extLst>
          </p:cNvPr>
          <p:cNvSpPr>
            <a:spLocks noGrp="1"/>
          </p:cNvSpPr>
          <p:nvPr>
            <p:ph sz="quarter" idx="1"/>
          </p:nvPr>
        </p:nvSpPr>
        <p:spPr>
          <a:xfrm>
            <a:off x="838200" y="1527047"/>
            <a:ext cx="10943166" cy="4845703"/>
          </a:xfrm>
        </p:spPr>
        <p:txBody>
          <a:bodyPr/>
          <a:lstStyle/>
          <a:p>
            <a:pPr marL="0" indent="0">
              <a:lnSpc>
                <a:spcPct val="100000"/>
              </a:lnSpc>
              <a:spcBef>
                <a:spcPct val="50000"/>
              </a:spcBef>
              <a:buNone/>
            </a:pPr>
            <a:r>
              <a:rPr lang="en-GB" altLang="en-US" sz="2000">
                <a:latin typeface="Calibri" panose="020F0502020204030204" pitchFamily="34" charset="0"/>
                <a:cs typeface="Calibri" panose="020F0502020204030204" pitchFamily="34" charset="0"/>
              </a:rPr>
              <a:t>We can now combine our analysis of demand and supply.</a:t>
            </a:r>
            <a:endParaRPr lang="en-GB" altLang="en-US" sz="2000">
              <a:solidFill>
                <a:srgbClr val="2C3846"/>
              </a:solidFill>
              <a:latin typeface="Calibri" panose="020F0502020204030204" pitchFamily="34" charset="0"/>
              <a:cs typeface="Calibri" panose="020F0502020204030204" pitchFamily="34" charset="0"/>
            </a:endParaRPr>
          </a:p>
          <a:p>
            <a:pPr lvl="1">
              <a:lnSpc>
                <a:spcPct val="100000"/>
              </a:lnSpc>
              <a:spcBef>
                <a:spcPct val="50000"/>
              </a:spcBef>
            </a:pPr>
            <a:r>
              <a:rPr lang="en-GB" altLang="en-US" sz="2000">
                <a:solidFill>
                  <a:srgbClr val="2C3846"/>
                </a:solidFill>
                <a:latin typeface="Calibri" panose="020F0502020204030204" pitchFamily="34" charset="0"/>
                <a:cs typeface="Calibri" panose="020F0502020204030204" pitchFamily="34" charset="0"/>
              </a:rPr>
              <a:t>We can show how the actual price of a product and the actual quantity bought and sold are determined (in a free and competitive market)</a:t>
            </a:r>
          </a:p>
          <a:p>
            <a:pPr lvl="1">
              <a:lnSpc>
                <a:spcPct val="100000"/>
              </a:lnSpc>
              <a:spcBef>
                <a:spcPct val="50000"/>
              </a:spcBef>
            </a:pPr>
            <a:r>
              <a:rPr lang="en-GB" altLang="en-US" sz="2000">
                <a:solidFill>
                  <a:srgbClr val="2C3846"/>
                </a:solidFill>
                <a:latin typeface="Calibri" panose="020F0502020204030204" pitchFamily="34" charset="0"/>
                <a:cs typeface="Calibri" panose="020F0502020204030204" pitchFamily="34" charset="0"/>
              </a:rPr>
              <a:t>The price, where </a:t>
            </a:r>
            <a:r>
              <a:rPr lang="en-GB" altLang="en-US" sz="2000" b="1">
                <a:solidFill>
                  <a:srgbClr val="2C3846"/>
                </a:solidFill>
                <a:latin typeface="Calibri" panose="020F0502020204030204" pitchFamily="34" charset="0"/>
                <a:cs typeface="Calibri" panose="020F0502020204030204" pitchFamily="34" charset="0"/>
              </a:rPr>
              <a:t>demand equals supply</a:t>
            </a:r>
            <a:r>
              <a:rPr lang="en-GB" altLang="en-US" sz="2000">
                <a:solidFill>
                  <a:srgbClr val="2C3846"/>
                </a:solidFill>
                <a:latin typeface="Calibri" panose="020F0502020204030204" pitchFamily="34" charset="0"/>
                <a:cs typeface="Calibri" panose="020F0502020204030204" pitchFamily="34" charset="0"/>
              </a:rPr>
              <a:t>, is called the </a:t>
            </a:r>
            <a:r>
              <a:rPr lang="en-GB" altLang="en-US" sz="2000" b="1">
                <a:solidFill>
                  <a:srgbClr val="2C3846"/>
                </a:solidFill>
                <a:latin typeface="Calibri" panose="020F0502020204030204" pitchFamily="34" charset="0"/>
                <a:cs typeface="Calibri" panose="020F0502020204030204" pitchFamily="34" charset="0"/>
              </a:rPr>
              <a:t>equilibrium price </a:t>
            </a:r>
            <a:r>
              <a:rPr lang="en-GB" altLang="en-US" sz="2000">
                <a:solidFill>
                  <a:srgbClr val="2C3846"/>
                </a:solidFill>
                <a:latin typeface="Calibri" panose="020F0502020204030204" pitchFamily="34" charset="0"/>
                <a:cs typeface="Calibri" panose="020F0502020204030204" pitchFamily="34" charset="0"/>
              </a:rPr>
              <a:t>or market clearing price.</a:t>
            </a:r>
          </a:p>
          <a:p>
            <a:pPr lvl="1">
              <a:lnSpc>
                <a:spcPct val="100000"/>
              </a:lnSpc>
              <a:spcBef>
                <a:spcPct val="50000"/>
              </a:spcBef>
            </a:pPr>
            <a:r>
              <a:rPr lang="en-GB" altLang="en-US" sz="2000">
                <a:solidFill>
                  <a:srgbClr val="2C3846"/>
                </a:solidFill>
                <a:latin typeface="Calibri" panose="020F0502020204030204" pitchFamily="34" charset="0"/>
                <a:cs typeface="Calibri" panose="020F0502020204030204" pitchFamily="34" charset="0"/>
              </a:rPr>
              <a:t>The equilibrium price is the only price at which producers’ and consumers’ wishes are mutually reconciled: where the producers’ plans to supply exactly match the consumers’ plans to buy.</a:t>
            </a:r>
          </a:p>
          <a:p>
            <a:pPr lvl="1">
              <a:lnSpc>
                <a:spcPct val="100000"/>
              </a:lnSpc>
              <a:spcBef>
                <a:spcPct val="50000"/>
              </a:spcBef>
            </a:pPr>
            <a:r>
              <a:rPr lang="en-GB" altLang="en-US" sz="2000">
                <a:solidFill>
                  <a:srgbClr val="2C3846"/>
                </a:solidFill>
                <a:latin typeface="Calibri" panose="020F0502020204030204" pitchFamily="34" charset="0"/>
                <a:cs typeface="Calibri" panose="020F0502020204030204" pitchFamily="34" charset="0"/>
              </a:rPr>
              <a:t>The effect of price being above equilibrium</a:t>
            </a:r>
          </a:p>
          <a:p>
            <a:pPr lvl="2">
              <a:lnSpc>
                <a:spcPct val="100000"/>
              </a:lnSpc>
              <a:spcBef>
                <a:spcPct val="50000"/>
              </a:spcBef>
            </a:pPr>
            <a:r>
              <a:rPr lang="en-GB" altLang="en-US" sz="2000" b="1">
                <a:latin typeface="Calibri" panose="020F0502020204030204" pitchFamily="34" charset="0"/>
                <a:cs typeface="Calibri" panose="020F0502020204030204" pitchFamily="34" charset="0"/>
              </a:rPr>
              <a:t>surplus </a:t>
            </a:r>
            <a:r>
              <a:rPr lang="en-GB" altLang="en-US" sz="2000" b="1">
                <a:latin typeface="Calibri" panose="020F0502020204030204" pitchFamily="34" charset="0"/>
                <a:cs typeface="Calibri" panose="020F0502020204030204" pitchFamily="34" charset="0"/>
                <a:sym typeface="Symbol" panose="05050102010706020507" pitchFamily="18" charset="2"/>
              </a:rPr>
              <a:t></a:t>
            </a:r>
            <a:r>
              <a:rPr lang="en-GB" altLang="en-US" sz="2000" b="1">
                <a:latin typeface="Calibri" panose="020F0502020204030204" pitchFamily="34" charset="0"/>
                <a:cs typeface="Calibri" panose="020F0502020204030204" pitchFamily="34" charset="0"/>
              </a:rPr>
              <a:t> price falls</a:t>
            </a:r>
          </a:p>
          <a:p>
            <a:pPr lvl="1">
              <a:lnSpc>
                <a:spcPct val="100000"/>
              </a:lnSpc>
              <a:spcBef>
                <a:spcPct val="50000"/>
              </a:spcBef>
            </a:pPr>
            <a:r>
              <a:rPr lang="en-GB" altLang="en-US" sz="2000">
                <a:solidFill>
                  <a:srgbClr val="2C3846"/>
                </a:solidFill>
                <a:latin typeface="Calibri" panose="020F0502020204030204" pitchFamily="34" charset="0"/>
                <a:cs typeface="Calibri" panose="020F0502020204030204" pitchFamily="34" charset="0"/>
              </a:rPr>
              <a:t>The effect of price being below equilibrium</a:t>
            </a:r>
          </a:p>
          <a:p>
            <a:pPr lvl="2">
              <a:lnSpc>
                <a:spcPct val="100000"/>
              </a:lnSpc>
              <a:spcBef>
                <a:spcPct val="50000"/>
              </a:spcBef>
            </a:pPr>
            <a:r>
              <a:rPr lang="en-GB" altLang="en-US" sz="2000" b="1">
                <a:latin typeface="Calibri" panose="020F0502020204030204" pitchFamily="34" charset="0"/>
                <a:cs typeface="Calibri" panose="020F0502020204030204" pitchFamily="34" charset="0"/>
              </a:rPr>
              <a:t>shortage </a:t>
            </a:r>
            <a:r>
              <a:rPr lang="en-GB" altLang="en-US" sz="2000" b="1">
                <a:latin typeface="Calibri" panose="020F0502020204030204" pitchFamily="34" charset="0"/>
                <a:cs typeface="Calibri" panose="020F0502020204030204" pitchFamily="34" charset="0"/>
                <a:sym typeface="Symbol" panose="05050102010706020507" pitchFamily="18" charset="2"/>
              </a:rPr>
              <a:t></a:t>
            </a:r>
            <a:r>
              <a:rPr lang="en-GB" altLang="en-US" sz="2000" b="1">
                <a:latin typeface="Calibri" panose="020F0502020204030204" pitchFamily="34" charset="0"/>
                <a:cs typeface="Calibri" panose="020F0502020204030204" pitchFamily="34" charset="0"/>
              </a:rPr>
              <a:t> price rises</a:t>
            </a:r>
          </a:p>
        </p:txBody>
      </p:sp>
    </p:spTree>
    <p:extLst>
      <p:ext uri="{BB962C8B-B14F-4D97-AF65-F5344CB8AC3E}">
        <p14:creationId xmlns:p14="http://schemas.microsoft.com/office/powerpoint/2010/main" val="156134349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9909">
                                            <p:txEl>
                                              <p:pRg st="0" end="0"/>
                                            </p:txEl>
                                          </p:spTgt>
                                        </p:tgtEl>
                                        <p:attrNameLst>
                                          <p:attrName>style.visibility</p:attrName>
                                        </p:attrNameLst>
                                      </p:cBhvr>
                                      <p:to>
                                        <p:strVal val="visible"/>
                                      </p:to>
                                    </p:set>
                                    <p:anim calcmode="lin" valueType="num">
                                      <p:cBhvr additive="base">
                                        <p:cTn id="7" dur="500"/>
                                        <p:tgtEl>
                                          <p:spTgt spid="37990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990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9909">
                                            <p:txEl>
                                              <p:pRg st="1" end="1"/>
                                            </p:txEl>
                                          </p:spTgt>
                                        </p:tgtEl>
                                        <p:attrNameLst>
                                          <p:attrName>style.visibility</p:attrName>
                                        </p:attrNameLst>
                                      </p:cBhvr>
                                      <p:to>
                                        <p:strVal val="visible"/>
                                      </p:to>
                                    </p:set>
                                    <p:anim calcmode="lin" valueType="num">
                                      <p:cBhvr additive="base">
                                        <p:cTn id="13" dur="500"/>
                                        <p:tgtEl>
                                          <p:spTgt spid="37990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990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9909">
                                            <p:txEl>
                                              <p:pRg st="2" end="2"/>
                                            </p:txEl>
                                          </p:spTgt>
                                        </p:tgtEl>
                                        <p:attrNameLst>
                                          <p:attrName>style.visibility</p:attrName>
                                        </p:attrNameLst>
                                      </p:cBhvr>
                                      <p:to>
                                        <p:strVal val="visible"/>
                                      </p:to>
                                    </p:set>
                                    <p:anim calcmode="lin" valueType="num">
                                      <p:cBhvr additive="base">
                                        <p:cTn id="19" dur="500"/>
                                        <p:tgtEl>
                                          <p:spTgt spid="37990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990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9909">
                                            <p:txEl>
                                              <p:pRg st="3" end="3"/>
                                            </p:txEl>
                                          </p:spTgt>
                                        </p:tgtEl>
                                        <p:attrNameLst>
                                          <p:attrName>style.visibility</p:attrName>
                                        </p:attrNameLst>
                                      </p:cBhvr>
                                      <p:to>
                                        <p:strVal val="visible"/>
                                      </p:to>
                                    </p:set>
                                    <p:anim calcmode="lin" valueType="num">
                                      <p:cBhvr additive="base">
                                        <p:cTn id="25" dur="500"/>
                                        <p:tgtEl>
                                          <p:spTgt spid="37990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9909">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9909">
                                            <p:txEl>
                                              <p:pRg st="4" end="4"/>
                                            </p:txEl>
                                          </p:spTgt>
                                        </p:tgtEl>
                                        <p:attrNameLst>
                                          <p:attrName>style.visibility</p:attrName>
                                        </p:attrNameLst>
                                      </p:cBhvr>
                                      <p:to>
                                        <p:strVal val="visible"/>
                                      </p:to>
                                    </p:set>
                                    <p:anim calcmode="lin" valueType="num">
                                      <p:cBhvr additive="base">
                                        <p:cTn id="31" dur="500"/>
                                        <p:tgtEl>
                                          <p:spTgt spid="37990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9909">
                                            <p:txEl>
                                              <p:pRg st="4" end="4"/>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79909">
                                            <p:txEl>
                                              <p:pRg st="5" end="5"/>
                                            </p:txEl>
                                          </p:spTgt>
                                        </p:tgtEl>
                                        <p:attrNameLst>
                                          <p:attrName>style.visibility</p:attrName>
                                        </p:attrNameLst>
                                      </p:cBhvr>
                                      <p:to>
                                        <p:strVal val="visible"/>
                                      </p:to>
                                    </p:set>
                                    <p:anim calcmode="lin" valueType="num">
                                      <p:cBhvr additive="base">
                                        <p:cTn id="35" dur="500"/>
                                        <p:tgtEl>
                                          <p:spTgt spid="379909">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9909">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79909">
                                            <p:txEl>
                                              <p:pRg st="6" end="6"/>
                                            </p:txEl>
                                          </p:spTgt>
                                        </p:tgtEl>
                                        <p:attrNameLst>
                                          <p:attrName>style.visibility</p:attrName>
                                        </p:attrNameLst>
                                      </p:cBhvr>
                                      <p:to>
                                        <p:strVal val="visible"/>
                                      </p:to>
                                    </p:set>
                                    <p:anim calcmode="lin" valueType="num">
                                      <p:cBhvr additive="base">
                                        <p:cTn id="41" dur="500"/>
                                        <p:tgtEl>
                                          <p:spTgt spid="379909">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79909">
                                            <p:txEl>
                                              <p:pRg st="6" end="6"/>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379909">
                                            <p:txEl>
                                              <p:pRg st="7" end="7"/>
                                            </p:txEl>
                                          </p:spTgt>
                                        </p:tgtEl>
                                        <p:attrNameLst>
                                          <p:attrName>style.visibility</p:attrName>
                                        </p:attrNameLst>
                                      </p:cBhvr>
                                      <p:to>
                                        <p:strVal val="visible"/>
                                      </p:to>
                                    </p:set>
                                    <p:anim calcmode="lin" valueType="num">
                                      <p:cBhvr additive="base">
                                        <p:cTn id="45" dur="500"/>
                                        <p:tgtEl>
                                          <p:spTgt spid="379909">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7990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9"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F0965624-BE6F-400F-9E5B-0050EDEF226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5D5F1831-D7B2-48F4-B2AD-82C5B4E34C2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1" name="Rectangle 7">
            <a:extLst>
              <a:ext uri="{FF2B5EF4-FFF2-40B4-BE49-F238E27FC236}">
                <a16:creationId xmlns:a16="http://schemas.microsoft.com/office/drawing/2014/main" id="{E7BCAD06-BF7B-4BEA-9943-E45A20B43107}"/>
              </a:ext>
            </a:extLst>
          </p:cNvPr>
          <p:cNvSpPr>
            <a:spLocks noGrp="1"/>
          </p:cNvSpPr>
          <p:nvPr>
            <p:ph type="title"/>
          </p:nvPr>
        </p:nvSpPr>
        <p:spPr>
          <a:noFill/>
          <a:ln/>
        </p:spPr>
        <p:txBody>
          <a:bodyPr/>
          <a:lstStyle/>
          <a:p>
            <a:r>
              <a:rPr lang="en-GB" altLang="en-US"/>
              <a:t>Price and Output Determination</a:t>
            </a:r>
          </a:p>
        </p:txBody>
      </p:sp>
      <p:pic>
        <p:nvPicPr>
          <p:cNvPr id="2" name="Content Placeholder 1">
            <a:extLst>
              <a:ext uri="{FF2B5EF4-FFF2-40B4-BE49-F238E27FC236}">
                <a16:creationId xmlns:a16="http://schemas.microsoft.com/office/drawing/2014/main" id="{26700A77-2A88-78DB-967B-3174E99DBB09}"/>
              </a:ext>
            </a:extLst>
          </p:cNvPr>
          <p:cNvPicPr>
            <a:picLocks noGrp="1" noChangeAspect="1"/>
          </p:cNvPicPr>
          <p:nvPr>
            <p:ph sz="quarter" idx="1"/>
          </p:nvPr>
        </p:nvPicPr>
        <p:blipFill>
          <a:blip r:embed="rId3"/>
          <a:stretch>
            <a:fillRect/>
          </a:stretch>
        </p:blipFill>
        <p:spPr>
          <a:xfrm>
            <a:off x="980841" y="1441884"/>
            <a:ext cx="6839577" cy="4735093"/>
          </a:xfrm>
          <a:prstGeom prst="rect">
            <a:avLst/>
          </a:prstGeom>
        </p:spPr>
      </p:pic>
    </p:spTree>
    <p:extLst>
      <p:ext uri="{BB962C8B-B14F-4D97-AF65-F5344CB8AC3E}">
        <p14:creationId xmlns:p14="http://schemas.microsoft.com/office/powerpoint/2010/main" val="585796652"/>
      </p:ext>
    </p:extLst>
  </p:cSld>
  <p:clrMapOvr>
    <a:masterClrMapping/>
  </p:clrMapOvr>
  <p:transition spd="slow">
    <p:pull dir="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F0965624-BE6F-400F-9E5B-0050EDEF226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5D5F1831-D7B2-48F4-B2AD-82C5B4E34C2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1" name="Rectangle 7">
            <a:extLst>
              <a:ext uri="{FF2B5EF4-FFF2-40B4-BE49-F238E27FC236}">
                <a16:creationId xmlns:a16="http://schemas.microsoft.com/office/drawing/2014/main" id="{E7BCAD06-BF7B-4BEA-9943-E45A20B43107}"/>
              </a:ext>
            </a:extLst>
          </p:cNvPr>
          <p:cNvSpPr>
            <a:spLocks noGrp="1"/>
          </p:cNvSpPr>
          <p:nvPr>
            <p:ph type="title"/>
          </p:nvPr>
        </p:nvSpPr>
        <p:spPr>
          <a:xfrm>
            <a:off x="474707" y="211776"/>
            <a:ext cx="10515600" cy="861720"/>
          </a:xfrm>
          <a:noFill/>
          <a:ln/>
        </p:spPr>
        <p:txBody>
          <a:bodyPr/>
          <a:lstStyle/>
          <a:p>
            <a:r>
              <a:rPr lang="en-GB" altLang="en-US"/>
              <a:t>Price and Output Determination</a:t>
            </a:r>
          </a:p>
        </p:txBody>
      </p:sp>
      <p:sp>
        <p:nvSpPr>
          <p:cNvPr id="379909" name="Rectangle 5">
            <a:extLst>
              <a:ext uri="{FF2B5EF4-FFF2-40B4-BE49-F238E27FC236}">
                <a16:creationId xmlns:a16="http://schemas.microsoft.com/office/drawing/2014/main" id="{6C2C1414-9215-4916-89A2-6CCF19538CD1}"/>
              </a:ext>
            </a:extLst>
          </p:cNvPr>
          <p:cNvSpPr>
            <a:spLocks noGrp="1"/>
          </p:cNvSpPr>
          <p:nvPr>
            <p:ph sz="quarter" idx="1"/>
          </p:nvPr>
        </p:nvSpPr>
        <p:spPr>
          <a:xfrm>
            <a:off x="482758" y="1351258"/>
            <a:ext cx="5528444" cy="4789605"/>
          </a:xfrm>
          <a:ln>
            <a:solidFill>
              <a:srgbClr val="00B050"/>
            </a:solidFill>
          </a:ln>
        </p:spPr>
        <p:txBody>
          <a:bodyPr/>
          <a:lstStyle/>
          <a:p>
            <a:pPr marL="0" indent="0">
              <a:spcBef>
                <a:spcPts val="1200"/>
              </a:spcBef>
              <a:buNone/>
            </a:pPr>
            <a:r>
              <a:rPr lang="en-GB" altLang="en-US" sz="2000">
                <a:latin typeface="Calibri" panose="020F0502020204030204" pitchFamily="34" charset="0"/>
                <a:cs typeface="Calibri" panose="020F0502020204030204" pitchFamily="34" charset="0"/>
              </a:rPr>
              <a:t>Movement to a new equilibrium</a:t>
            </a:r>
          </a:p>
          <a:p>
            <a:pPr lvl="1">
              <a:spcBef>
                <a:spcPts val="1200"/>
              </a:spcBef>
            </a:pPr>
            <a:r>
              <a:rPr lang="en-GB" altLang="en-US" sz="2000">
                <a:latin typeface="Calibri" panose="020F0502020204030204" pitchFamily="34" charset="0"/>
                <a:cs typeface="Calibri" panose="020F0502020204030204" pitchFamily="34" charset="0"/>
              </a:rPr>
              <a:t>The equilibrium price will remain unchanged if the demand and supply curves remained unchanged.</a:t>
            </a:r>
          </a:p>
          <a:p>
            <a:pPr lvl="1">
              <a:spcBef>
                <a:spcPts val="1200"/>
              </a:spcBef>
            </a:pPr>
            <a:r>
              <a:rPr lang="en-GB" altLang="en-US" sz="2000">
                <a:latin typeface="Calibri" panose="020F0502020204030204" pitchFamily="34" charset="0"/>
                <a:cs typeface="Calibri" panose="020F0502020204030204" pitchFamily="34" charset="0"/>
              </a:rPr>
              <a:t>If one of the determinants of demand changes (other than price), the whole demand curve will shift.</a:t>
            </a:r>
          </a:p>
          <a:p>
            <a:pPr lvl="1">
              <a:spcBef>
                <a:spcPts val="1200"/>
              </a:spcBef>
            </a:pPr>
            <a:r>
              <a:rPr lang="en-GB" altLang="en-US" sz="2000">
                <a:latin typeface="Calibri" panose="020F0502020204030204" pitchFamily="34" charset="0"/>
                <a:cs typeface="Calibri" panose="020F0502020204030204" pitchFamily="34" charset="0"/>
              </a:rPr>
              <a:t>For e.g., if an increase in consumers incomes lead to the demand curve shifting to D</a:t>
            </a:r>
            <a:r>
              <a:rPr lang="en-GB" altLang="en-US" sz="2000" baseline="-25000">
                <a:latin typeface="Calibri" panose="020F0502020204030204" pitchFamily="34" charset="0"/>
                <a:cs typeface="Calibri" panose="020F0502020204030204" pitchFamily="34" charset="0"/>
              </a:rPr>
              <a:t>2</a:t>
            </a:r>
            <a:r>
              <a:rPr lang="en-GB" altLang="en-US" sz="2000">
                <a:latin typeface="Calibri" panose="020F0502020204030204" pitchFamily="34" charset="0"/>
                <a:cs typeface="Calibri" panose="020F0502020204030204" pitchFamily="34" charset="0"/>
              </a:rPr>
              <a:t>, there will be a shortage at the original price.</a:t>
            </a:r>
          </a:p>
          <a:p>
            <a:pPr lvl="1">
              <a:spcBef>
                <a:spcPts val="1200"/>
              </a:spcBef>
            </a:pPr>
            <a:r>
              <a:rPr lang="en-GB" altLang="en-US" sz="2000">
                <a:latin typeface="Calibri" panose="020F0502020204030204" pitchFamily="34" charset="0"/>
                <a:cs typeface="Calibri" panose="020F0502020204030204" pitchFamily="34" charset="0"/>
              </a:rPr>
              <a:t>This will cause the price to rise to the new equilibrium price and lead to a movement </a:t>
            </a:r>
            <a:r>
              <a:rPr lang="en-GB" altLang="en-US" sz="2000" i="1">
                <a:latin typeface="Calibri" panose="020F0502020204030204" pitchFamily="34" charset="0"/>
                <a:cs typeface="Calibri" panose="020F0502020204030204" pitchFamily="34" charset="0"/>
              </a:rPr>
              <a:t>along</a:t>
            </a:r>
            <a:r>
              <a:rPr lang="en-GB" altLang="en-US" sz="2000">
                <a:latin typeface="Calibri" panose="020F0502020204030204" pitchFamily="34" charset="0"/>
                <a:cs typeface="Calibri" panose="020F0502020204030204" pitchFamily="34" charset="0"/>
              </a:rPr>
              <a:t> the </a:t>
            </a:r>
            <a:r>
              <a:rPr lang="en-GB" altLang="en-US" sz="2000" i="1">
                <a:latin typeface="Calibri" panose="020F0502020204030204" pitchFamily="34" charset="0"/>
                <a:cs typeface="Calibri" panose="020F0502020204030204" pitchFamily="34" charset="0"/>
              </a:rPr>
              <a:t>supply</a:t>
            </a:r>
            <a:r>
              <a:rPr lang="en-GB" altLang="en-US" sz="2000">
                <a:latin typeface="Calibri" panose="020F0502020204030204" pitchFamily="34" charset="0"/>
                <a:cs typeface="Calibri" panose="020F0502020204030204" pitchFamily="34" charset="0"/>
              </a:rPr>
              <a:t> curve to the new intersection point.</a:t>
            </a:r>
          </a:p>
        </p:txBody>
      </p:sp>
      <p:pic>
        <p:nvPicPr>
          <p:cNvPr id="2" name="Picture 1">
            <a:extLst>
              <a:ext uri="{FF2B5EF4-FFF2-40B4-BE49-F238E27FC236}">
                <a16:creationId xmlns:a16="http://schemas.microsoft.com/office/drawing/2014/main" id="{ED4C573C-81D3-DAF0-C3B3-85B1933B508D}"/>
              </a:ext>
            </a:extLst>
          </p:cNvPr>
          <p:cNvPicPr>
            <a:picLocks noChangeAspect="1"/>
          </p:cNvPicPr>
          <p:nvPr/>
        </p:nvPicPr>
        <p:blipFill>
          <a:blip r:embed="rId3"/>
          <a:stretch>
            <a:fillRect/>
          </a:stretch>
        </p:blipFill>
        <p:spPr>
          <a:xfrm>
            <a:off x="6216629" y="1331036"/>
            <a:ext cx="5608865" cy="3883060"/>
          </a:xfrm>
          <a:prstGeom prst="rect">
            <a:avLst/>
          </a:prstGeom>
        </p:spPr>
      </p:pic>
    </p:spTree>
    <p:extLst>
      <p:ext uri="{BB962C8B-B14F-4D97-AF65-F5344CB8AC3E}">
        <p14:creationId xmlns:p14="http://schemas.microsoft.com/office/powerpoint/2010/main" val="496782086"/>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9909">
                                            <p:txEl>
                                              <p:pRg st="0" end="0"/>
                                            </p:txEl>
                                          </p:spTgt>
                                        </p:tgtEl>
                                        <p:attrNameLst>
                                          <p:attrName>style.visibility</p:attrName>
                                        </p:attrNameLst>
                                      </p:cBhvr>
                                      <p:to>
                                        <p:strVal val="visible"/>
                                      </p:to>
                                    </p:set>
                                    <p:anim calcmode="lin" valueType="num">
                                      <p:cBhvr additive="base">
                                        <p:cTn id="7" dur="500"/>
                                        <p:tgtEl>
                                          <p:spTgt spid="37990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990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9909">
                                            <p:txEl>
                                              <p:pRg st="1" end="1"/>
                                            </p:txEl>
                                          </p:spTgt>
                                        </p:tgtEl>
                                        <p:attrNameLst>
                                          <p:attrName>style.visibility</p:attrName>
                                        </p:attrNameLst>
                                      </p:cBhvr>
                                      <p:to>
                                        <p:strVal val="visible"/>
                                      </p:to>
                                    </p:set>
                                    <p:anim calcmode="lin" valueType="num">
                                      <p:cBhvr additive="base">
                                        <p:cTn id="13" dur="500"/>
                                        <p:tgtEl>
                                          <p:spTgt spid="37990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990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9909">
                                            <p:txEl>
                                              <p:pRg st="2" end="2"/>
                                            </p:txEl>
                                          </p:spTgt>
                                        </p:tgtEl>
                                        <p:attrNameLst>
                                          <p:attrName>style.visibility</p:attrName>
                                        </p:attrNameLst>
                                      </p:cBhvr>
                                      <p:to>
                                        <p:strVal val="visible"/>
                                      </p:to>
                                    </p:set>
                                    <p:anim calcmode="lin" valueType="num">
                                      <p:cBhvr additive="base">
                                        <p:cTn id="19" dur="500"/>
                                        <p:tgtEl>
                                          <p:spTgt spid="37990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990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9909">
                                            <p:txEl>
                                              <p:pRg st="3" end="3"/>
                                            </p:txEl>
                                          </p:spTgt>
                                        </p:tgtEl>
                                        <p:attrNameLst>
                                          <p:attrName>style.visibility</p:attrName>
                                        </p:attrNameLst>
                                      </p:cBhvr>
                                      <p:to>
                                        <p:strVal val="visible"/>
                                      </p:to>
                                    </p:set>
                                    <p:anim calcmode="lin" valueType="num">
                                      <p:cBhvr additive="base">
                                        <p:cTn id="25" dur="500"/>
                                        <p:tgtEl>
                                          <p:spTgt spid="37990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990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9909">
                                            <p:txEl>
                                              <p:pRg st="4" end="4"/>
                                            </p:txEl>
                                          </p:spTgt>
                                        </p:tgtEl>
                                        <p:attrNameLst>
                                          <p:attrName>style.visibility</p:attrName>
                                        </p:attrNameLst>
                                      </p:cBhvr>
                                      <p:to>
                                        <p:strVal val="visible"/>
                                      </p:to>
                                    </p:set>
                                    <p:anim calcmode="lin" valueType="num">
                                      <p:cBhvr additive="base">
                                        <p:cTn id="31" dur="500"/>
                                        <p:tgtEl>
                                          <p:spTgt spid="37990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990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9" grpId="0"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F0965624-BE6F-400F-9E5B-0050EDEF226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5D5F1831-D7B2-48F4-B2AD-82C5B4E34C2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1" name="Rectangle 7">
            <a:extLst>
              <a:ext uri="{FF2B5EF4-FFF2-40B4-BE49-F238E27FC236}">
                <a16:creationId xmlns:a16="http://schemas.microsoft.com/office/drawing/2014/main" id="{E7BCAD06-BF7B-4BEA-9943-E45A20B43107}"/>
              </a:ext>
            </a:extLst>
          </p:cNvPr>
          <p:cNvSpPr>
            <a:spLocks noGrp="1"/>
          </p:cNvSpPr>
          <p:nvPr>
            <p:ph type="title"/>
          </p:nvPr>
        </p:nvSpPr>
        <p:spPr>
          <a:xfrm>
            <a:off x="497420" y="166336"/>
            <a:ext cx="10515600" cy="861720"/>
          </a:xfrm>
          <a:noFill/>
          <a:ln/>
        </p:spPr>
        <p:txBody>
          <a:bodyPr/>
          <a:lstStyle/>
          <a:p>
            <a:r>
              <a:rPr lang="en-GB" altLang="en-US"/>
              <a:t>Price and Output Determination</a:t>
            </a:r>
          </a:p>
        </p:txBody>
      </p:sp>
      <p:sp>
        <p:nvSpPr>
          <p:cNvPr id="379909" name="Rectangle 5">
            <a:extLst>
              <a:ext uri="{FF2B5EF4-FFF2-40B4-BE49-F238E27FC236}">
                <a16:creationId xmlns:a16="http://schemas.microsoft.com/office/drawing/2014/main" id="{6C2C1414-9215-4916-89A2-6CCF19538CD1}"/>
              </a:ext>
            </a:extLst>
          </p:cNvPr>
          <p:cNvSpPr>
            <a:spLocks noGrp="1"/>
          </p:cNvSpPr>
          <p:nvPr>
            <p:ph sz="quarter" idx="1"/>
          </p:nvPr>
        </p:nvSpPr>
        <p:spPr>
          <a:xfrm>
            <a:off x="564192" y="1243622"/>
            <a:ext cx="5636913" cy="4946683"/>
          </a:xfrm>
          <a:ln>
            <a:solidFill>
              <a:srgbClr val="00B050"/>
            </a:solidFill>
          </a:ln>
        </p:spPr>
        <p:txBody>
          <a:bodyPr/>
          <a:lstStyle/>
          <a:p>
            <a:pPr marL="0" indent="0">
              <a:spcBef>
                <a:spcPts val="1200"/>
              </a:spcBef>
              <a:buNone/>
            </a:pPr>
            <a:r>
              <a:rPr lang="en-GB" altLang="en-US" sz="2000">
                <a:latin typeface="Calibri" panose="020F0502020204030204" pitchFamily="34" charset="0"/>
                <a:cs typeface="Calibri" panose="020F0502020204030204" pitchFamily="34" charset="0"/>
              </a:rPr>
              <a:t>Movement to a new equilibrium</a:t>
            </a:r>
          </a:p>
          <a:p>
            <a:pPr lvl="1">
              <a:spcBef>
                <a:spcPts val="1200"/>
              </a:spcBef>
            </a:pPr>
            <a:r>
              <a:rPr lang="en-GB" altLang="en-US" sz="2000">
                <a:latin typeface="Calibri" panose="020F0502020204030204" pitchFamily="34" charset="0"/>
                <a:cs typeface="Calibri" panose="020F0502020204030204" pitchFamily="34" charset="0"/>
              </a:rPr>
              <a:t>If one of the determinants of supply (other than price) changes, the whole supply curve will shift.</a:t>
            </a:r>
          </a:p>
          <a:p>
            <a:pPr lvl="1">
              <a:spcBef>
                <a:spcPts val="1200"/>
              </a:spcBef>
            </a:pPr>
            <a:r>
              <a:rPr lang="en-GB" altLang="en-US" sz="2000">
                <a:latin typeface="Calibri" panose="020F0502020204030204" pitchFamily="34" charset="0"/>
                <a:cs typeface="Calibri" panose="020F0502020204030204" pitchFamily="34" charset="0"/>
              </a:rPr>
              <a:t>This will lead to a movement </a:t>
            </a:r>
            <a:r>
              <a:rPr lang="en-GB" altLang="en-US" sz="2000" i="1">
                <a:latin typeface="Calibri" panose="020F0502020204030204" pitchFamily="34" charset="0"/>
                <a:cs typeface="Calibri" panose="020F0502020204030204" pitchFamily="34" charset="0"/>
              </a:rPr>
              <a:t>along</a:t>
            </a:r>
            <a:r>
              <a:rPr lang="en-GB" altLang="en-US" sz="2000">
                <a:latin typeface="Calibri" panose="020F0502020204030204" pitchFamily="34" charset="0"/>
                <a:cs typeface="Calibri" panose="020F0502020204030204" pitchFamily="34" charset="0"/>
              </a:rPr>
              <a:t> the </a:t>
            </a:r>
            <a:r>
              <a:rPr lang="en-GB" altLang="en-US" sz="2000" i="1">
                <a:latin typeface="Calibri" panose="020F0502020204030204" pitchFamily="34" charset="0"/>
                <a:cs typeface="Calibri" panose="020F0502020204030204" pitchFamily="34" charset="0"/>
              </a:rPr>
              <a:t>demand</a:t>
            </a:r>
            <a:r>
              <a:rPr lang="en-GB" altLang="en-US" sz="2000">
                <a:latin typeface="Calibri" panose="020F0502020204030204" pitchFamily="34" charset="0"/>
                <a:cs typeface="Calibri" panose="020F0502020204030204" pitchFamily="34" charset="0"/>
              </a:rPr>
              <a:t> curve to the new intersection point.</a:t>
            </a:r>
          </a:p>
          <a:p>
            <a:pPr lvl="1">
              <a:spcBef>
                <a:spcPts val="1200"/>
              </a:spcBef>
            </a:pPr>
            <a:r>
              <a:rPr lang="en-GB" altLang="en-US" sz="2000">
                <a:latin typeface="Calibri" panose="020F0502020204030204" pitchFamily="34" charset="0"/>
                <a:cs typeface="Calibri" panose="020F0502020204030204" pitchFamily="34" charset="0"/>
              </a:rPr>
              <a:t>For e.g., if the costs of production rose, the supply would shift to the left (to S</a:t>
            </a:r>
            <a:r>
              <a:rPr lang="en-GB" altLang="en-US" sz="2000" baseline="-25000">
                <a:latin typeface="Calibri" panose="020F0502020204030204" pitchFamily="34" charset="0"/>
                <a:cs typeface="Calibri" panose="020F0502020204030204" pitchFamily="34" charset="0"/>
              </a:rPr>
              <a:t>2</a:t>
            </a:r>
            <a:r>
              <a:rPr lang="en-GB" altLang="en-US" sz="2000">
                <a:latin typeface="Calibri" panose="020F0502020204030204" pitchFamily="34" charset="0"/>
                <a:cs typeface="Calibri" panose="020F0502020204030204" pitchFamily="34" charset="0"/>
              </a:rPr>
              <a:t>)</a:t>
            </a:r>
          </a:p>
          <a:p>
            <a:pPr lvl="1">
              <a:spcBef>
                <a:spcPts val="1200"/>
              </a:spcBef>
            </a:pPr>
            <a:r>
              <a:rPr lang="en-GB" altLang="en-US" sz="2000">
                <a:latin typeface="Calibri" panose="020F0502020204030204" pitchFamily="34" charset="0"/>
                <a:cs typeface="Calibri" panose="020F0502020204030204" pitchFamily="34" charset="0"/>
              </a:rPr>
              <a:t>There would be a shortage at the old price.</a:t>
            </a:r>
          </a:p>
          <a:p>
            <a:pPr lvl="1">
              <a:spcBef>
                <a:spcPts val="1200"/>
              </a:spcBef>
            </a:pPr>
            <a:r>
              <a:rPr lang="en-GB" altLang="en-US" sz="2000">
                <a:latin typeface="Calibri" panose="020F0502020204030204" pitchFamily="34" charset="0"/>
                <a:cs typeface="Calibri" panose="020F0502020204030204" pitchFamily="34" charset="0"/>
              </a:rPr>
              <a:t>Price would rise from P</a:t>
            </a:r>
            <a:r>
              <a:rPr lang="en-GB" altLang="en-US" sz="2000" baseline="-25000">
                <a:latin typeface="Calibri" panose="020F0502020204030204" pitchFamily="34" charset="0"/>
                <a:cs typeface="Calibri" panose="020F0502020204030204" pitchFamily="34" charset="0"/>
              </a:rPr>
              <a:t>e1</a:t>
            </a:r>
            <a:r>
              <a:rPr lang="en-GB" altLang="en-US" sz="2000">
                <a:latin typeface="Calibri" panose="020F0502020204030204" pitchFamily="34" charset="0"/>
                <a:cs typeface="Calibri" panose="020F0502020204030204" pitchFamily="34" charset="0"/>
              </a:rPr>
              <a:t> to P</a:t>
            </a:r>
            <a:r>
              <a:rPr lang="en-GB" altLang="en-US" sz="2000" baseline="-25000">
                <a:latin typeface="Calibri" panose="020F0502020204030204" pitchFamily="34" charset="0"/>
                <a:cs typeface="Calibri" panose="020F0502020204030204" pitchFamily="34" charset="0"/>
              </a:rPr>
              <a:t>e3</a:t>
            </a:r>
            <a:r>
              <a:rPr lang="en-GB" altLang="en-US" sz="2000">
                <a:latin typeface="Calibri" panose="020F0502020204030204" pitchFamily="34" charset="0"/>
                <a:cs typeface="Calibri" panose="020F0502020204030204" pitchFamily="34" charset="0"/>
              </a:rPr>
              <a:t> and quantity would fall from Q</a:t>
            </a:r>
            <a:r>
              <a:rPr lang="en-GB" altLang="en-US" sz="2000" baseline="-25000">
                <a:latin typeface="Calibri" panose="020F0502020204030204" pitchFamily="34" charset="0"/>
                <a:cs typeface="Calibri" panose="020F0502020204030204" pitchFamily="34" charset="0"/>
              </a:rPr>
              <a:t>e1</a:t>
            </a:r>
            <a:r>
              <a:rPr lang="en-GB" altLang="en-US" sz="2000">
                <a:latin typeface="Calibri" panose="020F0502020204030204" pitchFamily="34" charset="0"/>
                <a:cs typeface="Calibri" panose="020F0502020204030204" pitchFamily="34" charset="0"/>
              </a:rPr>
              <a:t> to Q</a:t>
            </a:r>
            <a:r>
              <a:rPr lang="en-GB" altLang="en-US" sz="2000" baseline="-25000">
                <a:latin typeface="Calibri" panose="020F0502020204030204" pitchFamily="34" charset="0"/>
                <a:cs typeface="Calibri" panose="020F0502020204030204" pitchFamily="34" charset="0"/>
              </a:rPr>
              <a:t>e3</a:t>
            </a:r>
          </a:p>
          <a:p>
            <a:pPr lvl="1">
              <a:spcBef>
                <a:spcPts val="1200"/>
              </a:spcBef>
            </a:pPr>
            <a:r>
              <a:rPr lang="en-GB" altLang="en-US" sz="2000">
                <a:latin typeface="Calibri" panose="020F0502020204030204" pitchFamily="34" charset="0"/>
                <a:cs typeface="Calibri" panose="020F0502020204030204" pitchFamily="34" charset="0"/>
              </a:rPr>
              <a:t>Sometimes several determinants might change, leading to a shift in both curves.</a:t>
            </a:r>
            <a:endParaRPr lang="en-GB" altLang="en-US" sz="2000" baseline="-25000">
              <a:latin typeface="Calibri" panose="020F0502020204030204" pitchFamily="34" charset="0"/>
              <a:cs typeface="Calibri" panose="020F0502020204030204" pitchFamily="34" charset="0"/>
            </a:endParaRPr>
          </a:p>
          <a:p>
            <a:pPr lvl="1">
              <a:spcBef>
                <a:spcPts val="1200"/>
              </a:spcBef>
            </a:pPr>
            <a:endParaRPr lang="en-GB" altLang="en-US" sz="1600" baseline="-25000"/>
          </a:p>
        </p:txBody>
      </p:sp>
      <p:pic>
        <p:nvPicPr>
          <p:cNvPr id="3" name="Picture 2">
            <a:extLst>
              <a:ext uri="{FF2B5EF4-FFF2-40B4-BE49-F238E27FC236}">
                <a16:creationId xmlns:a16="http://schemas.microsoft.com/office/drawing/2014/main" id="{E47BAE3F-7951-33DC-BF10-FB42295D38FF}"/>
              </a:ext>
            </a:extLst>
          </p:cNvPr>
          <p:cNvPicPr>
            <a:picLocks noChangeAspect="1"/>
          </p:cNvPicPr>
          <p:nvPr/>
        </p:nvPicPr>
        <p:blipFill>
          <a:blip r:embed="rId3"/>
          <a:stretch>
            <a:fillRect/>
          </a:stretch>
        </p:blipFill>
        <p:spPr>
          <a:xfrm>
            <a:off x="6199802" y="1335586"/>
            <a:ext cx="5636912" cy="3902478"/>
          </a:xfrm>
          <a:prstGeom prst="rect">
            <a:avLst/>
          </a:prstGeom>
        </p:spPr>
      </p:pic>
    </p:spTree>
    <p:extLst>
      <p:ext uri="{BB962C8B-B14F-4D97-AF65-F5344CB8AC3E}">
        <p14:creationId xmlns:p14="http://schemas.microsoft.com/office/powerpoint/2010/main" val="1940106942"/>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9909">
                                            <p:txEl>
                                              <p:pRg st="0" end="0"/>
                                            </p:txEl>
                                          </p:spTgt>
                                        </p:tgtEl>
                                        <p:attrNameLst>
                                          <p:attrName>style.visibility</p:attrName>
                                        </p:attrNameLst>
                                      </p:cBhvr>
                                      <p:to>
                                        <p:strVal val="visible"/>
                                      </p:to>
                                    </p:set>
                                    <p:anim calcmode="lin" valueType="num">
                                      <p:cBhvr additive="base">
                                        <p:cTn id="7" dur="500"/>
                                        <p:tgtEl>
                                          <p:spTgt spid="37990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990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9909">
                                            <p:txEl>
                                              <p:pRg st="1" end="1"/>
                                            </p:txEl>
                                          </p:spTgt>
                                        </p:tgtEl>
                                        <p:attrNameLst>
                                          <p:attrName>style.visibility</p:attrName>
                                        </p:attrNameLst>
                                      </p:cBhvr>
                                      <p:to>
                                        <p:strVal val="visible"/>
                                      </p:to>
                                    </p:set>
                                    <p:anim calcmode="lin" valueType="num">
                                      <p:cBhvr additive="base">
                                        <p:cTn id="13" dur="500"/>
                                        <p:tgtEl>
                                          <p:spTgt spid="37990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990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9909">
                                            <p:txEl>
                                              <p:pRg st="2" end="2"/>
                                            </p:txEl>
                                          </p:spTgt>
                                        </p:tgtEl>
                                        <p:attrNameLst>
                                          <p:attrName>style.visibility</p:attrName>
                                        </p:attrNameLst>
                                      </p:cBhvr>
                                      <p:to>
                                        <p:strVal val="visible"/>
                                      </p:to>
                                    </p:set>
                                    <p:anim calcmode="lin" valueType="num">
                                      <p:cBhvr additive="base">
                                        <p:cTn id="19" dur="500"/>
                                        <p:tgtEl>
                                          <p:spTgt spid="37990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990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9909">
                                            <p:txEl>
                                              <p:pRg st="3" end="3"/>
                                            </p:txEl>
                                          </p:spTgt>
                                        </p:tgtEl>
                                        <p:attrNameLst>
                                          <p:attrName>style.visibility</p:attrName>
                                        </p:attrNameLst>
                                      </p:cBhvr>
                                      <p:to>
                                        <p:strVal val="visible"/>
                                      </p:to>
                                    </p:set>
                                    <p:anim calcmode="lin" valueType="num">
                                      <p:cBhvr additive="base">
                                        <p:cTn id="25" dur="500"/>
                                        <p:tgtEl>
                                          <p:spTgt spid="37990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990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9909">
                                            <p:txEl>
                                              <p:pRg st="4" end="4"/>
                                            </p:txEl>
                                          </p:spTgt>
                                        </p:tgtEl>
                                        <p:attrNameLst>
                                          <p:attrName>style.visibility</p:attrName>
                                        </p:attrNameLst>
                                      </p:cBhvr>
                                      <p:to>
                                        <p:strVal val="visible"/>
                                      </p:to>
                                    </p:set>
                                    <p:anim calcmode="lin" valueType="num">
                                      <p:cBhvr additive="base">
                                        <p:cTn id="31" dur="500"/>
                                        <p:tgtEl>
                                          <p:spTgt spid="37990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990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9909">
                                            <p:txEl>
                                              <p:pRg st="5" end="5"/>
                                            </p:txEl>
                                          </p:spTgt>
                                        </p:tgtEl>
                                        <p:attrNameLst>
                                          <p:attrName>style.visibility</p:attrName>
                                        </p:attrNameLst>
                                      </p:cBhvr>
                                      <p:to>
                                        <p:strVal val="visible"/>
                                      </p:to>
                                    </p:set>
                                    <p:anim calcmode="lin" valueType="num">
                                      <p:cBhvr additive="base">
                                        <p:cTn id="37" dur="500"/>
                                        <p:tgtEl>
                                          <p:spTgt spid="379909">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990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9909">
                                            <p:txEl>
                                              <p:pRg st="6" end="6"/>
                                            </p:txEl>
                                          </p:spTgt>
                                        </p:tgtEl>
                                        <p:attrNameLst>
                                          <p:attrName>style.visibility</p:attrName>
                                        </p:attrNameLst>
                                      </p:cBhvr>
                                      <p:to>
                                        <p:strVal val="visible"/>
                                      </p:to>
                                    </p:set>
                                    <p:anim calcmode="lin" valueType="num">
                                      <p:cBhvr additive="base">
                                        <p:cTn id="43" dur="500"/>
                                        <p:tgtEl>
                                          <p:spTgt spid="379909">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990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9"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F0965624-BE6F-400F-9E5B-0050EDEF226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5D5F1831-D7B2-48F4-B2AD-82C5B4E34C2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1" name="Rectangle 7">
            <a:extLst>
              <a:ext uri="{FF2B5EF4-FFF2-40B4-BE49-F238E27FC236}">
                <a16:creationId xmlns:a16="http://schemas.microsoft.com/office/drawing/2014/main" id="{E7BCAD06-BF7B-4BEA-9943-E45A20B43107}"/>
              </a:ext>
            </a:extLst>
          </p:cNvPr>
          <p:cNvSpPr>
            <a:spLocks noGrp="1"/>
          </p:cNvSpPr>
          <p:nvPr>
            <p:ph type="title"/>
          </p:nvPr>
        </p:nvSpPr>
        <p:spPr>
          <a:noFill/>
          <a:ln/>
        </p:spPr>
        <p:txBody>
          <a:bodyPr/>
          <a:lstStyle/>
          <a:p>
            <a:r>
              <a:rPr lang="en-GB" altLang="en-US"/>
              <a:t>Price and Output Determination</a:t>
            </a:r>
          </a:p>
        </p:txBody>
      </p:sp>
      <p:sp>
        <p:nvSpPr>
          <p:cNvPr id="6" name="TextBox 5">
            <a:extLst>
              <a:ext uri="{FF2B5EF4-FFF2-40B4-BE49-F238E27FC236}">
                <a16:creationId xmlns:a16="http://schemas.microsoft.com/office/drawing/2014/main" id="{9AEE265A-0AE4-B0D2-2F19-FD557FD5B5B1}"/>
              </a:ext>
            </a:extLst>
          </p:cNvPr>
          <p:cNvSpPr txBox="1"/>
          <p:nvPr/>
        </p:nvSpPr>
        <p:spPr>
          <a:xfrm>
            <a:off x="577810" y="2091574"/>
            <a:ext cx="10585723" cy="1785104"/>
          </a:xfrm>
          <a:prstGeom prst="rect">
            <a:avLst/>
          </a:prstGeom>
          <a:noFill/>
        </p:spPr>
        <p:txBody>
          <a:bodyPr wrap="square">
            <a:spAutoFit/>
          </a:bodyPr>
          <a:lstStyle/>
          <a:p>
            <a:r>
              <a:rPr lang="en-GB" sz="2200" b="1">
                <a:solidFill>
                  <a:srgbClr val="114178"/>
                </a:solidFill>
                <a:highlight>
                  <a:srgbClr val="FFFF00"/>
                </a:highlight>
                <a:latin typeface="Calibri" panose="020F0502020204030204" pitchFamily="34" charset="0"/>
                <a:cs typeface="Calibri" panose="020F0502020204030204" pitchFamily="34" charset="0"/>
              </a:rPr>
              <a:t>Activity: </a:t>
            </a:r>
            <a:r>
              <a:rPr lang="en-GB" sz="2200">
                <a:solidFill>
                  <a:srgbClr val="114178"/>
                </a:solidFill>
                <a:highlight>
                  <a:srgbClr val="FFFF00"/>
                </a:highlight>
                <a:latin typeface="Calibri" panose="020F0502020204030204" pitchFamily="34" charset="0"/>
                <a:cs typeface="Calibri" panose="020F0502020204030204" pitchFamily="34" charset="0"/>
              </a:rPr>
              <a:t>add to your diagram, a fall (leftwards shift) in demand (due to a fall in price of a substitute good) and an increase (rightwards shift) in supply (due to technological advancements in production)</a:t>
            </a:r>
          </a:p>
          <a:p>
            <a:endParaRPr lang="en-GB" sz="2200">
              <a:solidFill>
                <a:srgbClr val="114178"/>
              </a:solidFill>
              <a:highlight>
                <a:srgbClr val="FFFF00"/>
              </a:highlight>
              <a:latin typeface="Calibri" panose="020F0502020204030204" pitchFamily="34" charset="0"/>
              <a:cs typeface="Calibri" panose="020F0502020204030204" pitchFamily="34" charset="0"/>
            </a:endParaRPr>
          </a:p>
          <a:p>
            <a:r>
              <a:rPr lang="en-GB" sz="2200" b="1">
                <a:solidFill>
                  <a:srgbClr val="114178"/>
                </a:solidFill>
                <a:highlight>
                  <a:srgbClr val="FFFF00"/>
                </a:highlight>
                <a:latin typeface="Calibri" panose="020F0502020204030204" pitchFamily="34" charset="0"/>
                <a:cs typeface="Calibri" panose="020F0502020204030204" pitchFamily="34" charset="0"/>
              </a:rPr>
              <a:t>What happens to price, and quantity demanded?</a:t>
            </a:r>
          </a:p>
        </p:txBody>
      </p:sp>
    </p:spTree>
    <p:extLst>
      <p:ext uri="{BB962C8B-B14F-4D97-AF65-F5344CB8AC3E}">
        <p14:creationId xmlns:p14="http://schemas.microsoft.com/office/powerpoint/2010/main" val="453059019"/>
      </p:ext>
    </p:extLst>
  </p:cSld>
  <p:clrMapOvr>
    <a:masterClrMapping/>
  </p:clrMapOvr>
  <p:transition spd="slow">
    <p:pull dir="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F0965624-BE6F-400F-9E5B-0050EDEF226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5D5F1831-D7B2-48F4-B2AD-82C5B4E34C2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1" name="Rectangle 7">
            <a:extLst>
              <a:ext uri="{FF2B5EF4-FFF2-40B4-BE49-F238E27FC236}">
                <a16:creationId xmlns:a16="http://schemas.microsoft.com/office/drawing/2014/main" id="{E7BCAD06-BF7B-4BEA-9943-E45A20B43107}"/>
              </a:ext>
            </a:extLst>
          </p:cNvPr>
          <p:cNvSpPr>
            <a:spLocks noGrp="1"/>
          </p:cNvSpPr>
          <p:nvPr>
            <p:ph type="title"/>
          </p:nvPr>
        </p:nvSpPr>
        <p:spPr>
          <a:xfrm>
            <a:off x="525825" y="365126"/>
            <a:ext cx="10515600" cy="861720"/>
          </a:xfrm>
          <a:noFill/>
          <a:ln/>
        </p:spPr>
        <p:txBody>
          <a:bodyPr/>
          <a:lstStyle/>
          <a:p>
            <a:r>
              <a:rPr lang="en-GB" altLang="en-US"/>
              <a:t>Price and Output Determination</a:t>
            </a:r>
          </a:p>
        </p:txBody>
      </p:sp>
      <mc:AlternateContent xmlns:mc="http://schemas.openxmlformats.org/markup-compatibility/2006" xmlns:p14="http://schemas.microsoft.com/office/powerpoint/2010/main">
        <mc:Choice Requires="p14">
          <p:contentPart p14:bwMode="auto" r:id="rId3">
            <p14:nvContentPartPr>
              <p14:cNvPr id="43" name="Ink 42">
                <a:extLst>
                  <a:ext uri="{FF2B5EF4-FFF2-40B4-BE49-F238E27FC236}">
                    <a16:creationId xmlns:a16="http://schemas.microsoft.com/office/drawing/2014/main" id="{C161BD28-4B13-A0E8-4C5E-54F231707BC3}"/>
                  </a:ext>
                </a:extLst>
              </p14:cNvPr>
              <p14:cNvContentPartPr/>
              <p14:nvPr/>
            </p14:nvContentPartPr>
            <p14:xfrm>
              <a:off x="-1009371" y="2292237"/>
              <a:ext cx="360" cy="360"/>
            </p14:xfrm>
          </p:contentPart>
        </mc:Choice>
        <mc:Fallback xmlns="">
          <p:pic>
            <p:nvPicPr>
              <p:cNvPr id="43" name="Ink 42">
                <a:extLst>
                  <a:ext uri="{FF2B5EF4-FFF2-40B4-BE49-F238E27FC236}">
                    <a16:creationId xmlns:a16="http://schemas.microsoft.com/office/drawing/2014/main" id="{C161BD28-4B13-A0E8-4C5E-54F231707BC3}"/>
                  </a:ext>
                </a:extLst>
              </p:cNvPr>
              <p:cNvPicPr/>
              <p:nvPr/>
            </p:nvPicPr>
            <p:blipFill>
              <a:blip r:embed="rId4"/>
              <a:stretch>
                <a:fillRect/>
              </a:stretch>
            </p:blipFill>
            <p:spPr>
              <a:xfrm>
                <a:off x="-1018371" y="2283237"/>
                <a:ext cx="18000" cy="18000"/>
              </a:xfrm>
              <a:prstGeom prst="rect">
                <a:avLst/>
              </a:prstGeom>
            </p:spPr>
          </p:pic>
        </mc:Fallback>
      </mc:AlternateContent>
      <p:grpSp>
        <p:nvGrpSpPr>
          <p:cNvPr id="56" name="Group 55">
            <a:extLst>
              <a:ext uri="{FF2B5EF4-FFF2-40B4-BE49-F238E27FC236}">
                <a16:creationId xmlns:a16="http://schemas.microsoft.com/office/drawing/2014/main" id="{DC9DC55D-7871-BFC2-835C-63DE6FEC9EA9}"/>
              </a:ext>
            </a:extLst>
          </p:cNvPr>
          <p:cNvGrpSpPr/>
          <p:nvPr/>
        </p:nvGrpSpPr>
        <p:grpSpPr>
          <a:xfrm>
            <a:off x="7625229" y="2660877"/>
            <a:ext cx="155520" cy="201600"/>
            <a:chOff x="7625229" y="2660877"/>
            <a:chExt cx="155520" cy="201600"/>
          </a:xfrm>
        </p:grpSpPr>
        <mc:AlternateContent xmlns:mc="http://schemas.openxmlformats.org/markup-compatibility/2006" xmlns:p14="http://schemas.microsoft.com/office/powerpoint/2010/main">
          <mc:Choice Requires="p14">
            <p:contentPart p14:bwMode="auto" r:id="rId5">
              <p14:nvContentPartPr>
                <p14:cNvPr id="54" name="Ink 53">
                  <a:extLst>
                    <a:ext uri="{FF2B5EF4-FFF2-40B4-BE49-F238E27FC236}">
                      <a16:creationId xmlns:a16="http://schemas.microsoft.com/office/drawing/2014/main" id="{B1423AD1-FAE1-0F24-EB60-FC4038F8CEF4}"/>
                    </a:ext>
                  </a:extLst>
                </p14:cNvPr>
                <p14:cNvContentPartPr/>
                <p14:nvPr/>
              </p14:nvContentPartPr>
              <p14:xfrm>
                <a:off x="7654749" y="2660877"/>
                <a:ext cx="126000" cy="142200"/>
              </p14:xfrm>
            </p:contentPart>
          </mc:Choice>
          <mc:Fallback xmlns="">
            <p:pic>
              <p:nvPicPr>
                <p:cNvPr id="54" name="Ink 53">
                  <a:extLst>
                    <a:ext uri="{FF2B5EF4-FFF2-40B4-BE49-F238E27FC236}">
                      <a16:creationId xmlns:a16="http://schemas.microsoft.com/office/drawing/2014/main" id="{B1423AD1-FAE1-0F24-EB60-FC4038F8CEF4}"/>
                    </a:ext>
                  </a:extLst>
                </p:cNvPr>
                <p:cNvPicPr/>
                <p:nvPr/>
              </p:nvPicPr>
              <p:blipFill>
                <a:blip r:embed="rId6"/>
                <a:stretch>
                  <a:fillRect/>
                </a:stretch>
              </p:blipFill>
              <p:spPr>
                <a:xfrm>
                  <a:off x="7645749" y="2651854"/>
                  <a:ext cx="143640" cy="15988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5" name="Ink 54">
                  <a:extLst>
                    <a:ext uri="{FF2B5EF4-FFF2-40B4-BE49-F238E27FC236}">
                      <a16:creationId xmlns:a16="http://schemas.microsoft.com/office/drawing/2014/main" id="{7BD8B99F-20AF-2BDE-AED5-CC9D61B2E075}"/>
                    </a:ext>
                  </a:extLst>
                </p14:cNvPr>
                <p14:cNvContentPartPr/>
                <p14:nvPr/>
              </p14:nvContentPartPr>
              <p14:xfrm>
                <a:off x="7625229" y="2705157"/>
                <a:ext cx="93600" cy="157320"/>
              </p14:xfrm>
            </p:contentPart>
          </mc:Choice>
          <mc:Fallback xmlns="">
            <p:pic>
              <p:nvPicPr>
                <p:cNvPr id="55" name="Ink 54">
                  <a:extLst>
                    <a:ext uri="{FF2B5EF4-FFF2-40B4-BE49-F238E27FC236}">
                      <a16:creationId xmlns:a16="http://schemas.microsoft.com/office/drawing/2014/main" id="{7BD8B99F-20AF-2BDE-AED5-CC9D61B2E075}"/>
                    </a:ext>
                  </a:extLst>
                </p:cNvPr>
                <p:cNvPicPr/>
                <p:nvPr/>
              </p:nvPicPr>
              <p:blipFill>
                <a:blip r:embed="rId8"/>
                <a:stretch>
                  <a:fillRect/>
                </a:stretch>
              </p:blipFill>
              <p:spPr>
                <a:xfrm>
                  <a:off x="7616229" y="2696157"/>
                  <a:ext cx="111240" cy="174960"/>
                </a:xfrm>
                <a:prstGeom prst="rect">
                  <a:avLst/>
                </a:prstGeom>
              </p:spPr>
            </p:pic>
          </mc:Fallback>
        </mc:AlternateContent>
      </p:grpSp>
      <p:grpSp>
        <p:nvGrpSpPr>
          <p:cNvPr id="59" name="Group 58">
            <a:extLst>
              <a:ext uri="{FF2B5EF4-FFF2-40B4-BE49-F238E27FC236}">
                <a16:creationId xmlns:a16="http://schemas.microsoft.com/office/drawing/2014/main" id="{A236D0A7-8C52-1D0B-39CA-99585A0BCBED}"/>
              </a:ext>
            </a:extLst>
          </p:cNvPr>
          <p:cNvGrpSpPr/>
          <p:nvPr/>
        </p:nvGrpSpPr>
        <p:grpSpPr>
          <a:xfrm>
            <a:off x="10019589" y="4387797"/>
            <a:ext cx="177480" cy="191160"/>
            <a:chOff x="10019589" y="4387797"/>
            <a:chExt cx="177480" cy="191160"/>
          </a:xfrm>
        </p:grpSpPr>
        <mc:AlternateContent xmlns:mc="http://schemas.openxmlformats.org/markup-compatibility/2006" xmlns:p14="http://schemas.microsoft.com/office/powerpoint/2010/main">
          <mc:Choice Requires="p14">
            <p:contentPart p14:bwMode="auto" r:id="rId9">
              <p14:nvContentPartPr>
                <p14:cNvPr id="57" name="Ink 56">
                  <a:extLst>
                    <a:ext uri="{FF2B5EF4-FFF2-40B4-BE49-F238E27FC236}">
                      <a16:creationId xmlns:a16="http://schemas.microsoft.com/office/drawing/2014/main" id="{F9C2AC85-EDE8-8931-2B35-A0CE22936F4A}"/>
                    </a:ext>
                  </a:extLst>
                </p14:cNvPr>
                <p14:cNvContentPartPr/>
                <p14:nvPr/>
              </p14:nvContentPartPr>
              <p14:xfrm>
                <a:off x="10064949" y="4387797"/>
                <a:ext cx="132120" cy="117000"/>
              </p14:xfrm>
            </p:contentPart>
          </mc:Choice>
          <mc:Fallback xmlns="">
            <p:pic>
              <p:nvPicPr>
                <p:cNvPr id="57" name="Ink 56">
                  <a:extLst>
                    <a:ext uri="{FF2B5EF4-FFF2-40B4-BE49-F238E27FC236}">
                      <a16:creationId xmlns:a16="http://schemas.microsoft.com/office/drawing/2014/main" id="{F9C2AC85-EDE8-8931-2B35-A0CE22936F4A}"/>
                    </a:ext>
                  </a:extLst>
                </p:cNvPr>
                <p:cNvPicPr/>
                <p:nvPr/>
              </p:nvPicPr>
              <p:blipFill>
                <a:blip r:embed="rId10"/>
                <a:stretch>
                  <a:fillRect/>
                </a:stretch>
              </p:blipFill>
              <p:spPr>
                <a:xfrm>
                  <a:off x="10055973" y="4378797"/>
                  <a:ext cx="149712"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8" name="Ink 57">
                  <a:extLst>
                    <a:ext uri="{FF2B5EF4-FFF2-40B4-BE49-F238E27FC236}">
                      <a16:creationId xmlns:a16="http://schemas.microsoft.com/office/drawing/2014/main" id="{BDDFBAB3-E530-DB17-90F4-7C24D4EE48AF}"/>
                    </a:ext>
                  </a:extLst>
                </p14:cNvPr>
                <p14:cNvContentPartPr/>
                <p14:nvPr/>
              </p14:nvContentPartPr>
              <p14:xfrm>
                <a:off x="10019589" y="4436757"/>
                <a:ext cx="138240" cy="142200"/>
              </p14:xfrm>
            </p:contentPart>
          </mc:Choice>
          <mc:Fallback xmlns="">
            <p:pic>
              <p:nvPicPr>
                <p:cNvPr id="58" name="Ink 57">
                  <a:extLst>
                    <a:ext uri="{FF2B5EF4-FFF2-40B4-BE49-F238E27FC236}">
                      <a16:creationId xmlns:a16="http://schemas.microsoft.com/office/drawing/2014/main" id="{BDDFBAB3-E530-DB17-90F4-7C24D4EE48AF}"/>
                    </a:ext>
                  </a:extLst>
                </p:cNvPr>
                <p:cNvPicPr/>
                <p:nvPr/>
              </p:nvPicPr>
              <p:blipFill>
                <a:blip r:embed="rId12"/>
                <a:stretch>
                  <a:fillRect/>
                </a:stretch>
              </p:blipFill>
              <p:spPr>
                <a:xfrm>
                  <a:off x="10010589" y="4427734"/>
                  <a:ext cx="155880" cy="159885"/>
                </a:xfrm>
                <a:prstGeom prst="rect">
                  <a:avLst/>
                </a:prstGeom>
              </p:spPr>
            </p:pic>
          </mc:Fallback>
        </mc:AlternateContent>
      </p:grpSp>
      <p:grpSp>
        <p:nvGrpSpPr>
          <p:cNvPr id="62" name="Group 61">
            <a:extLst>
              <a:ext uri="{FF2B5EF4-FFF2-40B4-BE49-F238E27FC236}">
                <a16:creationId xmlns:a16="http://schemas.microsoft.com/office/drawing/2014/main" id="{F8B844DE-1126-2FCB-873D-E1F1049F41FC}"/>
              </a:ext>
            </a:extLst>
          </p:cNvPr>
          <p:cNvGrpSpPr/>
          <p:nvPr/>
        </p:nvGrpSpPr>
        <p:grpSpPr>
          <a:xfrm>
            <a:off x="9621429" y="2320677"/>
            <a:ext cx="271080" cy="218160"/>
            <a:chOff x="9621429" y="2320677"/>
            <a:chExt cx="271080" cy="218160"/>
          </a:xfrm>
        </p:grpSpPr>
        <mc:AlternateContent xmlns:mc="http://schemas.openxmlformats.org/markup-compatibility/2006" xmlns:p14="http://schemas.microsoft.com/office/powerpoint/2010/main">
          <mc:Choice Requires="p14">
            <p:contentPart p14:bwMode="auto" r:id="rId13">
              <p14:nvContentPartPr>
                <p14:cNvPr id="60" name="Ink 59">
                  <a:extLst>
                    <a:ext uri="{FF2B5EF4-FFF2-40B4-BE49-F238E27FC236}">
                      <a16:creationId xmlns:a16="http://schemas.microsoft.com/office/drawing/2014/main" id="{826525D4-3D48-B067-219E-A761715FE943}"/>
                    </a:ext>
                  </a:extLst>
                </p14:cNvPr>
                <p14:cNvContentPartPr/>
                <p14:nvPr/>
              </p14:nvContentPartPr>
              <p14:xfrm>
                <a:off x="9621429" y="2320677"/>
                <a:ext cx="159840" cy="141840"/>
              </p14:xfrm>
            </p:contentPart>
          </mc:Choice>
          <mc:Fallback xmlns="">
            <p:pic>
              <p:nvPicPr>
                <p:cNvPr id="60" name="Ink 59">
                  <a:extLst>
                    <a:ext uri="{FF2B5EF4-FFF2-40B4-BE49-F238E27FC236}">
                      <a16:creationId xmlns:a16="http://schemas.microsoft.com/office/drawing/2014/main" id="{826525D4-3D48-B067-219E-A761715FE943}"/>
                    </a:ext>
                  </a:extLst>
                </p:cNvPr>
                <p:cNvPicPr/>
                <p:nvPr/>
              </p:nvPicPr>
              <p:blipFill>
                <a:blip r:embed="rId14"/>
                <a:stretch>
                  <a:fillRect/>
                </a:stretch>
              </p:blipFill>
              <p:spPr>
                <a:xfrm>
                  <a:off x="9612429" y="2311700"/>
                  <a:ext cx="177480" cy="159435"/>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1" name="Ink 60">
                  <a:extLst>
                    <a:ext uri="{FF2B5EF4-FFF2-40B4-BE49-F238E27FC236}">
                      <a16:creationId xmlns:a16="http://schemas.microsoft.com/office/drawing/2014/main" id="{64545FE6-5072-F88C-0374-8321E4491D8C}"/>
                    </a:ext>
                  </a:extLst>
                </p14:cNvPr>
                <p14:cNvContentPartPr/>
                <p14:nvPr/>
              </p14:nvContentPartPr>
              <p14:xfrm>
                <a:off x="9711429" y="2405997"/>
                <a:ext cx="181080" cy="132840"/>
              </p14:xfrm>
            </p:contentPart>
          </mc:Choice>
          <mc:Fallback xmlns="">
            <p:pic>
              <p:nvPicPr>
                <p:cNvPr id="61" name="Ink 60">
                  <a:extLst>
                    <a:ext uri="{FF2B5EF4-FFF2-40B4-BE49-F238E27FC236}">
                      <a16:creationId xmlns:a16="http://schemas.microsoft.com/office/drawing/2014/main" id="{64545FE6-5072-F88C-0374-8321E4491D8C}"/>
                    </a:ext>
                  </a:extLst>
                </p:cNvPr>
                <p:cNvPicPr/>
                <p:nvPr/>
              </p:nvPicPr>
              <p:blipFill>
                <a:blip r:embed="rId16"/>
                <a:stretch>
                  <a:fillRect/>
                </a:stretch>
              </p:blipFill>
              <p:spPr>
                <a:xfrm>
                  <a:off x="9702429" y="2396973"/>
                  <a:ext cx="198720" cy="150528"/>
                </a:xfrm>
                <a:prstGeom prst="rect">
                  <a:avLst/>
                </a:prstGeom>
              </p:spPr>
            </p:pic>
          </mc:Fallback>
        </mc:AlternateContent>
      </p:grpSp>
      <p:grpSp>
        <p:nvGrpSpPr>
          <p:cNvPr id="379931" name="Group 379930">
            <a:extLst>
              <a:ext uri="{FF2B5EF4-FFF2-40B4-BE49-F238E27FC236}">
                <a16:creationId xmlns:a16="http://schemas.microsoft.com/office/drawing/2014/main" id="{29BF1351-8034-4FF6-644D-1CCEDB802BD0}"/>
              </a:ext>
            </a:extLst>
          </p:cNvPr>
          <p:cNvGrpSpPr/>
          <p:nvPr/>
        </p:nvGrpSpPr>
        <p:grpSpPr>
          <a:xfrm>
            <a:off x="6833949" y="3917637"/>
            <a:ext cx="2270880" cy="827640"/>
            <a:chOff x="6833949" y="3917637"/>
            <a:chExt cx="2270880" cy="827640"/>
          </a:xfrm>
        </p:grpSpPr>
        <mc:AlternateContent xmlns:mc="http://schemas.openxmlformats.org/markup-compatibility/2006" xmlns:p14="http://schemas.microsoft.com/office/powerpoint/2010/main">
          <mc:Choice Requires="p14">
            <p:contentPart p14:bwMode="auto" r:id="rId17">
              <p14:nvContentPartPr>
                <p14:cNvPr id="63" name="Ink 62">
                  <a:extLst>
                    <a:ext uri="{FF2B5EF4-FFF2-40B4-BE49-F238E27FC236}">
                      <a16:creationId xmlns:a16="http://schemas.microsoft.com/office/drawing/2014/main" id="{98E02693-C56F-A4CD-9114-B103160D30B8}"/>
                    </a:ext>
                  </a:extLst>
                </p14:cNvPr>
                <p14:cNvContentPartPr/>
                <p14:nvPr/>
              </p14:nvContentPartPr>
              <p14:xfrm>
                <a:off x="7921509" y="4510917"/>
                <a:ext cx="253800" cy="190440"/>
              </p14:xfrm>
            </p:contentPart>
          </mc:Choice>
          <mc:Fallback xmlns="">
            <p:pic>
              <p:nvPicPr>
                <p:cNvPr id="63" name="Ink 62">
                  <a:extLst>
                    <a:ext uri="{FF2B5EF4-FFF2-40B4-BE49-F238E27FC236}">
                      <a16:creationId xmlns:a16="http://schemas.microsoft.com/office/drawing/2014/main" id="{98E02693-C56F-A4CD-9114-B103160D30B8}"/>
                    </a:ext>
                  </a:extLst>
                </p:cNvPr>
                <p:cNvPicPr/>
                <p:nvPr/>
              </p:nvPicPr>
              <p:blipFill>
                <a:blip r:embed="rId18"/>
                <a:stretch>
                  <a:fillRect/>
                </a:stretch>
              </p:blipFill>
              <p:spPr>
                <a:xfrm>
                  <a:off x="7912509" y="4501917"/>
                  <a:ext cx="27144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79904" name="Ink 379903">
                  <a:extLst>
                    <a:ext uri="{FF2B5EF4-FFF2-40B4-BE49-F238E27FC236}">
                      <a16:creationId xmlns:a16="http://schemas.microsoft.com/office/drawing/2014/main" id="{0AEAC44E-0789-D3C2-05DC-260773FCD891}"/>
                    </a:ext>
                  </a:extLst>
                </p14:cNvPr>
                <p14:cNvContentPartPr/>
                <p14:nvPr/>
              </p14:nvContentPartPr>
              <p14:xfrm>
                <a:off x="8076669" y="4593357"/>
                <a:ext cx="154440" cy="151920"/>
              </p14:xfrm>
            </p:contentPart>
          </mc:Choice>
          <mc:Fallback xmlns="">
            <p:pic>
              <p:nvPicPr>
                <p:cNvPr id="379904" name="Ink 379903">
                  <a:extLst>
                    <a:ext uri="{FF2B5EF4-FFF2-40B4-BE49-F238E27FC236}">
                      <a16:creationId xmlns:a16="http://schemas.microsoft.com/office/drawing/2014/main" id="{0AEAC44E-0789-D3C2-05DC-260773FCD891}"/>
                    </a:ext>
                  </a:extLst>
                </p:cNvPr>
                <p:cNvPicPr/>
                <p:nvPr/>
              </p:nvPicPr>
              <p:blipFill>
                <a:blip r:embed="rId20"/>
                <a:stretch>
                  <a:fillRect/>
                </a:stretch>
              </p:blipFill>
              <p:spPr>
                <a:xfrm>
                  <a:off x="8067669" y="4584357"/>
                  <a:ext cx="1720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79908" name="Ink 379907">
                  <a:extLst>
                    <a:ext uri="{FF2B5EF4-FFF2-40B4-BE49-F238E27FC236}">
                      <a16:creationId xmlns:a16="http://schemas.microsoft.com/office/drawing/2014/main" id="{DB6E9FB7-1AFD-D6C7-2886-D7B9E17105A1}"/>
                    </a:ext>
                  </a:extLst>
                </p14:cNvPr>
                <p14:cNvContentPartPr/>
                <p14:nvPr/>
              </p14:nvContentPartPr>
              <p14:xfrm>
                <a:off x="9025269" y="3917637"/>
                <a:ext cx="79560" cy="96840"/>
              </p14:xfrm>
            </p:contentPart>
          </mc:Choice>
          <mc:Fallback xmlns="">
            <p:pic>
              <p:nvPicPr>
                <p:cNvPr id="379908" name="Ink 379907">
                  <a:extLst>
                    <a:ext uri="{FF2B5EF4-FFF2-40B4-BE49-F238E27FC236}">
                      <a16:creationId xmlns:a16="http://schemas.microsoft.com/office/drawing/2014/main" id="{DB6E9FB7-1AFD-D6C7-2886-D7B9E17105A1}"/>
                    </a:ext>
                  </a:extLst>
                </p:cNvPr>
                <p:cNvPicPr/>
                <p:nvPr/>
              </p:nvPicPr>
              <p:blipFill>
                <a:blip r:embed="rId22"/>
                <a:stretch>
                  <a:fillRect/>
                </a:stretch>
              </p:blipFill>
              <p:spPr>
                <a:xfrm>
                  <a:off x="9016228" y="3908637"/>
                  <a:ext cx="972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79910" name="Ink 379909">
                  <a:extLst>
                    <a:ext uri="{FF2B5EF4-FFF2-40B4-BE49-F238E27FC236}">
                      <a16:creationId xmlns:a16="http://schemas.microsoft.com/office/drawing/2014/main" id="{21637234-1FC9-094C-0AA2-DC80ECAF6FB9}"/>
                    </a:ext>
                  </a:extLst>
                </p14:cNvPr>
                <p14:cNvContentPartPr/>
                <p14:nvPr/>
              </p14:nvContentPartPr>
              <p14:xfrm>
                <a:off x="9027789" y="3941397"/>
                <a:ext cx="52920" cy="63000"/>
              </p14:xfrm>
            </p:contentPart>
          </mc:Choice>
          <mc:Fallback xmlns="">
            <p:pic>
              <p:nvPicPr>
                <p:cNvPr id="379910" name="Ink 379909">
                  <a:extLst>
                    <a:ext uri="{FF2B5EF4-FFF2-40B4-BE49-F238E27FC236}">
                      <a16:creationId xmlns:a16="http://schemas.microsoft.com/office/drawing/2014/main" id="{21637234-1FC9-094C-0AA2-DC80ECAF6FB9}"/>
                    </a:ext>
                  </a:extLst>
                </p:cNvPr>
                <p:cNvPicPr/>
                <p:nvPr/>
              </p:nvPicPr>
              <p:blipFill>
                <a:blip r:embed="rId24"/>
                <a:stretch>
                  <a:fillRect/>
                </a:stretch>
              </p:blipFill>
              <p:spPr>
                <a:xfrm>
                  <a:off x="9018789" y="3932397"/>
                  <a:ext cx="705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79913" name="Ink 379912">
                  <a:extLst>
                    <a:ext uri="{FF2B5EF4-FFF2-40B4-BE49-F238E27FC236}">
                      <a16:creationId xmlns:a16="http://schemas.microsoft.com/office/drawing/2014/main" id="{9BDDCBED-40CD-EE23-3E1B-131365B31AFF}"/>
                    </a:ext>
                  </a:extLst>
                </p14:cNvPr>
                <p14:cNvContentPartPr/>
                <p14:nvPr/>
              </p14:nvContentPartPr>
              <p14:xfrm>
                <a:off x="9077829" y="4102317"/>
                <a:ext cx="6120" cy="73440"/>
              </p14:xfrm>
            </p:contentPart>
          </mc:Choice>
          <mc:Fallback xmlns="">
            <p:pic>
              <p:nvPicPr>
                <p:cNvPr id="379913" name="Ink 379912">
                  <a:extLst>
                    <a:ext uri="{FF2B5EF4-FFF2-40B4-BE49-F238E27FC236}">
                      <a16:creationId xmlns:a16="http://schemas.microsoft.com/office/drawing/2014/main" id="{9BDDCBED-40CD-EE23-3E1B-131365B31AFF}"/>
                    </a:ext>
                  </a:extLst>
                </p:cNvPr>
                <p:cNvPicPr/>
                <p:nvPr/>
              </p:nvPicPr>
              <p:blipFill>
                <a:blip r:embed="rId26"/>
                <a:stretch>
                  <a:fillRect/>
                </a:stretch>
              </p:blipFill>
              <p:spPr>
                <a:xfrm>
                  <a:off x="9068266" y="4093317"/>
                  <a:ext cx="24863"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79914" name="Ink 379913">
                  <a:extLst>
                    <a:ext uri="{FF2B5EF4-FFF2-40B4-BE49-F238E27FC236}">
                      <a16:creationId xmlns:a16="http://schemas.microsoft.com/office/drawing/2014/main" id="{87F25367-4CC5-A891-C026-91350DD525A3}"/>
                    </a:ext>
                  </a:extLst>
                </p14:cNvPr>
                <p14:cNvContentPartPr/>
                <p14:nvPr/>
              </p14:nvContentPartPr>
              <p14:xfrm>
                <a:off x="9072789" y="4280877"/>
                <a:ext cx="12240" cy="108360"/>
              </p14:xfrm>
            </p:contentPart>
          </mc:Choice>
          <mc:Fallback xmlns="">
            <p:pic>
              <p:nvPicPr>
                <p:cNvPr id="379914" name="Ink 379913">
                  <a:extLst>
                    <a:ext uri="{FF2B5EF4-FFF2-40B4-BE49-F238E27FC236}">
                      <a16:creationId xmlns:a16="http://schemas.microsoft.com/office/drawing/2014/main" id="{87F25367-4CC5-A891-C026-91350DD525A3}"/>
                    </a:ext>
                  </a:extLst>
                </p:cNvPr>
                <p:cNvPicPr/>
                <p:nvPr/>
              </p:nvPicPr>
              <p:blipFill>
                <a:blip r:embed="rId28"/>
                <a:stretch>
                  <a:fillRect/>
                </a:stretch>
              </p:blipFill>
              <p:spPr>
                <a:xfrm>
                  <a:off x="9063789" y="4271847"/>
                  <a:ext cx="29880" cy="126059"/>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79924" name="Ink 379923">
                  <a:extLst>
                    <a:ext uri="{FF2B5EF4-FFF2-40B4-BE49-F238E27FC236}">
                      <a16:creationId xmlns:a16="http://schemas.microsoft.com/office/drawing/2014/main" id="{A5E9888A-B014-F069-A0BE-4AF8DF680A97}"/>
                    </a:ext>
                  </a:extLst>
                </p14:cNvPr>
                <p14:cNvContentPartPr/>
                <p14:nvPr/>
              </p14:nvContentPartPr>
              <p14:xfrm>
                <a:off x="8854629" y="3951117"/>
                <a:ext cx="158040" cy="25560"/>
              </p14:xfrm>
            </p:contentPart>
          </mc:Choice>
          <mc:Fallback xmlns="">
            <p:pic>
              <p:nvPicPr>
                <p:cNvPr id="379924" name="Ink 379923">
                  <a:extLst>
                    <a:ext uri="{FF2B5EF4-FFF2-40B4-BE49-F238E27FC236}">
                      <a16:creationId xmlns:a16="http://schemas.microsoft.com/office/drawing/2014/main" id="{A5E9888A-B014-F069-A0BE-4AF8DF680A97}"/>
                    </a:ext>
                  </a:extLst>
                </p:cNvPr>
                <p:cNvPicPr/>
                <p:nvPr/>
              </p:nvPicPr>
              <p:blipFill>
                <a:blip r:embed="rId30"/>
                <a:stretch>
                  <a:fillRect/>
                </a:stretch>
              </p:blipFill>
              <p:spPr>
                <a:xfrm>
                  <a:off x="8845608" y="3942117"/>
                  <a:ext cx="1757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79925" name="Ink 379924">
                  <a:extLst>
                    <a:ext uri="{FF2B5EF4-FFF2-40B4-BE49-F238E27FC236}">
                      <a16:creationId xmlns:a16="http://schemas.microsoft.com/office/drawing/2014/main" id="{9889F5B2-9CA7-4ED2-CC72-D835A0D95B91}"/>
                    </a:ext>
                  </a:extLst>
                </p14:cNvPr>
                <p14:cNvContentPartPr/>
                <p14:nvPr/>
              </p14:nvContentPartPr>
              <p14:xfrm>
                <a:off x="8541789" y="3951477"/>
                <a:ext cx="151200" cy="22680"/>
              </p14:xfrm>
            </p:contentPart>
          </mc:Choice>
          <mc:Fallback xmlns="">
            <p:pic>
              <p:nvPicPr>
                <p:cNvPr id="379925" name="Ink 379924">
                  <a:extLst>
                    <a:ext uri="{FF2B5EF4-FFF2-40B4-BE49-F238E27FC236}">
                      <a16:creationId xmlns:a16="http://schemas.microsoft.com/office/drawing/2014/main" id="{9889F5B2-9CA7-4ED2-CC72-D835A0D95B91}"/>
                    </a:ext>
                  </a:extLst>
                </p:cNvPr>
                <p:cNvPicPr/>
                <p:nvPr/>
              </p:nvPicPr>
              <p:blipFill>
                <a:blip r:embed="rId32"/>
                <a:stretch>
                  <a:fillRect/>
                </a:stretch>
              </p:blipFill>
              <p:spPr>
                <a:xfrm>
                  <a:off x="8532789" y="3942477"/>
                  <a:ext cx="1688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79926" name="Ink 379925">
                  <a:extLst>
                    <a:ext uri="{FF2B5EF4-FFF2-40B4-BE49-F238E27FC236}">
                      <a16:creationId xmlns:a16="http://schemas.microsoft.com/office/drawing/2014/main" id="{DB1BCF14-399B-9EC1-59E7-2444450859F3}"/>
                    </a:ext>
                  </a:extLst>
                </p14:cNvPr>
                <p14:cNvContentPartPr/>
                <p14:nvPr/>
              </p14:nvContentPartPr>
              <p14:xfrm>
                <a:off x="8204469" y="3991437"/>
                <a:ext cx="200160" cy="15480"/>
              </p14:xfrm>
            </p:contentPart>
          </mc:Choice>
          <mc:Fallback xmlns="">
            <p:pic>
              <p:nvPicPr>
                <p:cNvPr id="379926" name="Ink 379925">
                  <a:extLst>
                    <a:ext uri="{FF2B5EF4-FFF2-40B4-BE49-F238E27FC236}">
                      <a16:creationId xmlns:a16="http://schemas.microsoft.com/office/drawing/2014/main" id="{DB1BCF14-399B-9EC1-59E7-2444450859F3}"/>
                    </a:ext>
                  </a:extLst>
                </p:cNvPr>
                <p:cNvPicPr/>
                <p:nvPr/>
              </p:nvPicPr>
              <p:blipFill>
                <a:blip r:embed="rId34"/>
                <a:stretch>
                  <a:fillRect/>
                </a:stretch>
              </p:blipFill>
              <p:spPr>
                <a:xfrm>
                  <a:off x="8195485" y="3982437"/>
                  <a:ext cx="217768"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79927" name="Ink 379926">
                  <a:extLst>
                    <a:ext uri="{FF2B5EF4-FFF2-40B4-BE49-F238E27FC236}">
                      <a16:creationId xmlns:a16="http://schemas.microsoft.com/office/drawing/2014/main" id="{052B021A-644D-8318-E187-71336842D353}"/>
                    </a:ext>
                  </a:extLst>
                </p14:cNvPr>
                <p14:cNvContentPartPr/>
                <p14:nvPr/>
              </p14:nvContentPartPr>
              <p14:xfrm>
                <a:off x="7919349" y="3980637"/>
                <a:ext cx="129960" cy="21600"/>
              </p14:xfrm>
            </p:contentPart>
          </mc:Choice>
          <mc:Fallback xmlns="">
            <p:pic>
              <p:nvPicPr>
                <p:cNvPr id="379927" name="Ink 379926">
                  <a:extLst>
                    <a:ext uri="{FF2B5EF4-FFF2-40B4-BE49-F238E27FC236}">
                      <a16:creationId xmlns:a16="http://schemas.microsoft.com/office/drawing/2014/main" id="{052B021A-644D-8318-E187-71336842D353}"/>
                    </a:ext>
                  </a:extLst>
                </p:cNvPr>
                <p:cNvPicPr/>
                <p:nvPr/>
              </p:nvPicPr>
              <p:blipFill>
                <a:blip r:embed="rId36"/>
                <a:stretch>
                  <a:fillRect/>
                </a:stretch>
              </p:blipFill>
              <p:spPr>
                <a:xfrm>
                  <a:off x="7910349" y="3971785"/>
                  <a:ext cx="147600" cy="3895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79928" name="Ink 379927">
                  <a:extLst>
                    <a:ext uri="{FF2B5EF4-FFF2-40B4-BE49-F238E27FC236}">
                      <a16:creationId xmlns:a16="http://schemas.microsoft.com/office/drawing/2014/main" id="{19EDAC05-01C0-BFE2-1371-19AC7E5D016B}"/>
                    </a:ext>
                  </a:extLst>
                </p14:cNvPr>
                <p14:cNvContentPartPr/>
                <p14:nvPr/>
              </p14:nvContentPartPr>
              <p14:xfrm>
                <a:off x="7592109" y="4028157"/>
                <a:ext cx="169560" cy="10800"/>
              </p14:xfrm>
            </p:contentPart>
          </mc:Choice>
          <mc:Fallback xmlns="">
            <p:pic>
              <p:nvPicPr>
                <p:cNvPr id="379928" name="Ink 379927">
                  <a:extLst>
                    <a:ext uri="{FF2B5EF4-FFF2-40B4-BE49-F238E27FC236}">
                      <a16:creationId xmlns:a16="http://schemas.microsoft.com/office/drawing/2014/main" id="{19EDAC05-01C0-BFE2-1371-19AC7E5D016B}"/>
                    </a:ext>
                  </a:extLst>
                </p:cNvPr>
                <p:cNvPicPr/>
                <p:nvPr/>
              </p:nvPicPr>
              <p:blipFill>
                <a:blip r:embed="rId38"/>
                <a:stretch>
                  <a:fillRect/>
                </a:stretch>
              </p:blipFill>
              <p:spPr>
                <a:xfrm>
                  <a:off x="7583109" y="4019157"/>
                  <a:ext cx="1872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79929" name="Ink 379928">
                  <a:extLst>
                    <a:ext uri="{FF2B5EF4-FFF2-40B4-BE49-F238E27FC236}">
                      <a16:creationId xmlns:a16="http://schemas.microsoft.com/office/drawing/2014/main" id="{F8944A00-1E62-9398-40D0-E126B2848817}"/>
                    </a:ext>
                  </a:extLst>
                </p14:cNvPr>
                <p14:cNvContentPartPr/>
                <p14:nvPr/>
              </p14:nvContentPartPr>
              <p14:xfrm>
                <a:off x="7260909" y="4060917"/>
                <a:ext cx="134640" cy="5040"/>
              </p14:xfrm>
            </p:contentPart>
          </mc:Choice>
          <mc:Fallback xmlns="">
            <p:pic>
              <p:nvPicPr>
                <p:cNvPr id="379929" name="Ink 379928">
                  <a:extLst>
                    <a:ext uri="{FF2B5EF4-FFF2-40B4-BE49-F238E27FC236}">
                      <a16:creationId xmlns:a16="http://schemas.microsoft.com/office/drawing/2014/main" id="{F8944A00-1E62-9398-40D0-E126B2848817}"/>
                    </a:ext>
                  </a:extLst>
                </p:cNvPr>
                <p:cNvPicPr/>
                <p:nvPr/>
              </p:nvPicPr>
              <p:blipFill>
                <a:blip r:embed="rId40"/>
                <a:stretch>
                  <a:fillRect/>
                </a:stretch>
              </p:blipFill>
              <p:spPr>
                <a:xfrm>
                  <a:off x="7251909" y="4052517"/>
                  <a:ext cx="152280" cy="21504"/>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79930" name="Ink 379929">
                  <a:extLst>
                    <a:ext uri="{FF2B5EF4-FFF2-40B4-BE49-F238E27FC236}">
                      <a16:creationId xmlns:a16="http://schemas.microsoft.com/office/drawing/2014/main" id="{F1B56946-9912-64A2-F56A-EE8E72318676}"/>
                    </a:ext>
                  </a:extLst>
                </p14:cNvPr>
                <p14:cNvContentPartPr/>
                <p14:nvPr/>
              </p14:nvContentPartPr>
              <p14:xfrm>
                <a:off x="6833949" y="4063077"/>
                <a:ext cx="243360" cy="19800"/>
              </p14:xfrm>
            </p:contentPart>
          </mc:Choice>
          <mc:Fallback xmlns="">
            <p:pic>
              <p:nvPicPr>
                <p:cNvPr id="379930" name="Ink 379929">
                  <a:extLst>
                    <a:ext uri="{FF2B5EF4-FFF2-40B4-BE49-F238E27FC236}">
                      <a16:creationId xmlns:a16="http://schemas.microsoft.com/office/drawing/2014/main" id="{F1B56946-9912-64A2-F56A-EE8E72318676}"/>
                    </a:ext>
                  </a:extLst>
                </p:cNvPr>
                <p:cNvPicPr/>
                <p:nvPr/>
              </p:nvPicPr>
              <p:blipFill>
                <a:blip r:embed="rId42"/>
                <a:stretch>
                  <a:fillRect/>
                </a:stretch>
              </p:blipFill>
              <p:spPr>
                <a:xfrm>
                  <a:off x="6824949" y="4054238"/>
                  <a:ext cx="261000" cy="37125"/>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
            <p14:nvContentPartPr>
              <p14:cNvPr id="379936" name="Ink 379935">
                <a:extLst>
                  <a:ext uri="{FF2B5EF4-FFF2-40B4-BE49-F238E27FC236}">
                    <a16:creationId xmlns:a16="http://schemas.microsoft.com/office/drawing/2014/main" id="{432EF70D-3DD1-A877-E274-091CA6AE2DF4}"/>
                  </a:ext>
                </a:extLst>
              </p14:cNvPr>
              <p14:cNvContentPartPr/>
              <p14:nvPr/>
            </p14:nvContentPartPr>
            <p14:xfrm>
              <a:off x="-894171" y="4917717"/>
              <a:ext cx="360" cy="360"/>
            </p14:xfrm>
          </p:contentPart>
        </mc:Choice>
        <mc:Fallback xmlns="">
          <p:pic>
            <p:nvPicPr>
              <p:cNvPr id="379936" name="Ink 379935">
                <a:extLst>
                  <a:ext uri="{FF2B5EF4-FFF2-40B4-BE49-F238E27FC236}">
                    <a16:creationId xmlns:a16="http://schemas.microsoft.com/office/drawing/2014/main" id="{432EF70D-3DD1-A877-E274-091CA6AE2DF4}"/>
                  </a:ext>
                </a:extLst>
              </p:cNvPr>
              <p:cNvPicPr/>
              <p:nvPr/>
            </p:nvPicPr>
            <p:blipFill>
              <a:blip r:embed="rId44"/>
              <a:stretch>
                <a:fillRect/>
              </a:stretch>
            </p:blipFill>
            <p:spPr>
              <a:xfrm>
                <a:off x="-903171" y="490871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79937" name="Ink 379936">
                <a:extLst>
                  <a:ext uri="{FF2B5EF4-FFF2-40B4-BE49-F238E27FC236}">
                    <a16:creationId xmlns:a16="http://schemas.microsoft.com/office/drawing/2014/main" id="{F2F6FE79-B3BE-F77E-CBE8-E5026F31BC9C}"/>
                  </a:ext>
                </a:extLst>
              </p14:cNvPr>
              <p14:cNvContentPartPr/>
              <p14:nvPr/>
            </p14:nvContentPartPr>
            <p14:xfrm>
              <a:off x="8767509" y="3185397"/>
              <a:ext cx="14400" cy="131040"/>
            </p14:xfrm>
          </p:contentPart>
        </mc:Choice>
        <mc:Fallback xmlns="">
          <p:pic>
            <p:nvPicPr>
              <p:cNvPr id="379937" name="Ink 379936">
                <a:extLst>
                  <a:ext uri="{FF2B5EF4-FFF2-40B4-BE49-F238E27FC236}">
                    <a16:creationId xmlns:a16="http://schemas.microsoft.com/office/drawing/2014/main" id="{F2F6FE79-B3BE-F77E-CBE8-E5026F31BC9C}"/>
                  </a:ext>
                </a:extLst>
              </p:cNvPr>
              <p:cNvPicPr/>
              <p:nvPr/>
            </p:nvPicPr>
            <p:blipFill>
              <a:blip r:embed="rId46"/>
              <a:stretch>
                <a:fillRect/>
              </a:stretch>
            </p:blipFill>
            <p:spPr>
              <a:xfrm>
                <a:off x="8758278" y="3176397"/>
                <a:ext cx="32492"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79938" name="Ink 379937">
                <a:extLst>
                  <a:ext uri="{FF2B5EF4-FFF2-40B4-BE49-F238E27FC236}">
                    <a16:creationId xmlns:a16="http://schemas.microsoft.com/office/drawing/2014/main" id="{092F0351-51B6-BE0B-A872-57BBDF8AA8D8}"/>
                  </a:ext>
                </a:extLst>
              </p14:cNvPr>
              <p14:cNvContentPartPr/>
              <p14:nvPr/>
            </p14:nvContentPartPr>
            <p14:xfrm>
              <a:off x="8790909" y="3462237"/>
              <a:ext cx="3600" cy="104040"/>
            </p14:xfrm>
          </p:contentPart>
        </mc:Choice>
        <mc:Fallback xmlns="">
          <p:pic>
            <p:nvPicPr>
              <p:cNvPr id="379938" name="Ink 379937">
                <a:extLst>
                  <a:ext uri="{FF2B5EF4-FFF2-40B4-BE49-F238E27FC236}">
                    <a16:creationId xmlns:a16="http://schemas.microsoft.com/office/drawing/2014/main" id="{092F0351-51B6-BE0B-A872-57BBDF8AA8D8}"/>
                  </a:ext>
                </a:extLst>
              </p:cNvPr>
              <p:cNvPicPr/>
              <p:nvPr/>
            </p:nvPicPr>
            <p:blipFill>
              <a:blip r:embed="rId48"/>
              <a:stretch>
                <a:fillRect/>
              </a:stretch>
            </p:blipFill>
            <p:spPr>
              <a:xfrm>
                <a:off x="8781909" y="3453237"/>
                <a:ext cx="212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9939" name="Ink 379938">
                <a:extLst>
                  <a:ext uri="{FF2B5EF4-FFF2-40B4-BE49-F238E27FC236}">
                    <a16:creationId xmlns:a16="http://schemas.microsoft.com/office/drawing/2014/main" id="{7423170F-DF78-A280-CF0B-A6773AFA9549}"/>
                  </a:ext>
                </a:extLst>
              </p14:cNvPr>
              <p14:cNvContentPartPr/>
              <p14:nvPr/>
            </p14:nvContentPartPr>
            <p14:xfrm>
              <a:off x="8756349" y="3727197"/>
              <a:ext cx="11880" cy="99000"/>
            </p14:xfrm>
          </p:contentPart>
        </mc:Choice>
        <mc:Fallback xmlns="">
          <p:pic>
            <p:nvPicPr>
              <p:cNvPr id="379939" name="Ink 379938">
                <a:extLst>
                  <a:ext uri="{FF2B5EF4-FFF2-40B4-BE49-F238E27FC236}">
                    <a16:creationId xmlns:a16="http://schemas.microsoft.com/office/drawing/2014/main" id="{7423170F-DF78-A280-CF0B-A6773AFA9549}"/>
                  </a:ext>
                </a:extLst>
              </p:cNvPr>
              <p:cNvPicPr/>
              <p:nvPr/>
            </p:nvPicPr>
            <p:blipFill>
              <a:blip r:embed="rId50"/>
              <a:stretch>
                <a:fillRect/>
              </a:stretch>
            </p:blipFill>
            <p:spPr>
              <a:xfrm>
                <a:off x="8747349" y="3718230"/>
                <a:ext cx="29520" cy="116576"/>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9940" name="Ink 379939">
                <a:extLst>
                  <a:ext uri="{FF2B5EF4-FFF2-40B4-BE49-F238E27FC236}">
                    <a16:creationId xmlns:a16="http://schemas.microsoft.com/office/drawing/2014/main" id="{3BB4DEC0-6A87-4971-47EE-B7D8B6E1D35C}"/>
                  </a:ext>
                </a:extLst>
              </p14:cNvPr>
              <p14:cNvContentPartPr/>
              <p14:nvPr/>
            </p14:nvContentPartPr>
            <p14:xfrm>
              <a:off x="8772549" y="3978117"/>
              <a:ext cx="6480" cy="123480"/>
            </p14:xfrm>
          </p:contentPart>
        </mc:Choice>
        <mc:Fallback xmlns="">
          <p:pic>
            <p:nvPicPr>
              <p:cNvPr id="379940" name="Ink 379939">
                <a:extLst>
                  <a:ext uri="{FF2B5EF4-FFF2-40B4-BE49-F238E27FC236}">
                    <a16:creationId xmlns:a16="http://schemas.microsoft.com/office/drawing/2014/main" id="{3BB4DEC0-6A87-4971-47EE-B7D8B6E1D35C}"/>
                  </a:ext>
                </a:extLst>
              </p:cNvPr>
              <p:cNvPicPr/>
              <p:nvPr/>
            </p:nvPicPr>
            <p:blipFill>
              <a:blip r:embed="rId52"/>
              <a:stretch>
                <a:fillRect/>
              </a:stretch>
            </p:blipFill>
            <p:spPr>
              <a:xfrm>
                <a:off x="8763549" y="3969143"/>
                <a:ext cx="24120" cy="141069"/>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79941" name="Ink 379940">
                <a:extLst>
                  <a:ext uri="{FF2B5EF4-FFF2-40B4-BE49-F238E27FC236}">
                    <a16:creationId xmlns:a16="http://schemas.microsoft.com/office/drawing/2014/main" id="{02D92BB7-1998-11A1-CE91-B31BBAE3B063}"/>
                  </a:ext>
                </a:extLst>
              </p14:cNvPr>
              <p14:cNvContentPartPr/>
              <p14:nvPr/>
            </p14:nvContentPartPr>
            <p14:xfrm>
              <a:off x="8748069" y="4266117"/>
              <a:ext cx="6480" cy="90000"/>
            </p14:xfrm>
          </p:contentPart>
        </mc:Choice>
        <mc:Fallback xmlns="">
          <p:pic>
            <p:nvPicPr>
              <p:cNvPr id="379941" name="Ink 379940">
                <a:extLst>
                  <a:ext uri="{FF2B5EF4-FFF2-40B4-BE49-F238E27FC236}">
                    <a16:creationId xmlns:a16="http://schemas.microsoft.com/office/drawing/2014/main" id="{02D92BB7-1998-11A1-CE91-B31BBAE3B063}"/>
                  </a:ext>
                </a:extLst>
              </p:cNvPr>
              <p:cNvPicPr/>
              <p:nvPr/>
            </p:nvPicPr>
            <p:blipFill>
              <a:blip r:embed="rId54"/>
              <a:stretch>
                <a:fillRect/>
              </a:stretch>
            </p:blipFill>
            <p:spPr>
              <a:xfrm>
                <a:off x="8739069" y="4257117"/>
                <a:ext cx="241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9942" name="Ink 379941">
                <a:extLst>
                  <a:ext uri="{FF2B5EF4-FFF2-40B4-BE49-F238E27FC236}">
                    <a16:creationId xmlns:a16="http://schemas.microsoft.com/office/drawing/2014/main" id="{F647F394-AA9B-E7ED-A99D-30B08450ABE0}"/>
                  </a:ext>
                </a:extLst>
              </p14:cNvPr>
              <p14:cNvContentPartPr/>
              <p14:nvPr/>
            </p14:nvContentPartPr>
            <p14:xfrm>
              <a:off x="8744829" y="4530717"/>
              <a:ext cx="7200" cy="128520"/>
            </p14:xfrm>
          </p:contentPart>
        </mc:Choice>
        <mc:Fallback xmlns="">
          <p:pic>
            <p:nvPicPr>
              <p:cNvPr id="379942" name="Ink 379941">
                <a:extLst>
                  <a:ext uri="{FF2B5EF4-FFF2-40B4-BE49-F238E27FC236}">
                    <a16:creationId xmlns:a16="http://schemas.microsoft.com/office/drawing/2014/main" id="{F647F394-AA9B-E7ED-A99D-30B08450ABE0}"/>
                  </a:ext>
                </a:extLst>
              </p:cNvPr>
              <p:cNvPicPr/>
              <p:nvPr/>
            </p:nvPicPr>
            <p:blipFill>
              <a:blip r:embed="rId56"/>
              <a:stretch>
                <a:fillRect/>
              </a:stretch>
            </p:blipFill>
            <p:spPr>
              <a:xfrm>
                <a:off x="8735355" y="4521717"/>
                <a:ext cx="25768"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9943" name="Ink 379942">
                <a:extLst>
                  <a:ext uri="{FF2B5EF4-FFF2-40B4-BE49-F238E27FC236}">
                    <a16:creationId xmlns:a16="http://schemas.microsoft.com/office/drawing/2014/main" id="{F2A58B4D-1F3E-CEF6-C1B3-C1FA6A13874D}"/>
                  </a:ext>
                </a:extLst>
              </p14:cNvPr>
              <p14:cNvContentPartPr/>
              <p14:nvPr/>
            </p14:nvContentPartPr>
            <p14:xfrm>
              <a:off x="8751669" y="4827357"/>
              <a:ext cx="7560" cy="106560"/>
            </p14:xfrm>
          </p:contentPart>
        </mc:Choice>
        <mc:Fallback xmlns="">
          <p:pic>
            <p:nvPicPr>
              <p:cNvPr id="379943" name="Ink 379942">
                <a:extLst>
                  <a:ext uri="{FF2B5EF4-FFF2-40B4-BE49-F238E27FC236}">
                    <a16:creationId xmlns:a16="http://schemas.microsoft.com/office/drawing/2014/main" id="{F2A58B4D-1F3E-CEF6-C1B3-C1FA6A13874D}"/>
                  </a:ext>
                </a:extLst>
              </p:cNvPr>
              <p:cNvPicPr/>
              <p:nvPr/>
            </p:nvPicPr>
            <p:blipFill>
              <a:blip r:embed="rId58"/>
              <a:stretch>
                <a:fillRect/>
              </a:stretch>
            </p:blipFill>
            <p:spPr>
              <a:xfrm>
                <a:off x="8743078" y="4818357"/>
                <a:ext cx="24398"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79944" name="Ink 379943">
                <a:extLst>
                  <a:ext uri="{FF2B5EF4-FFF2-40B4-BE49-F238E27FC236}">
                    <a16:creationId xmlns:a16="http://schemas.microsoft.com/office/drawing/2014/main" id="{84360DF0-75B6-C112-E383-29881B63053C}"/>
                  </a:ext>
                </a:extLst>
              </p14:cNvPr>
              <p14:cNvContentPartPr/>
              <p14:nvPr/>
            </p14:nvContentPartPr>
            <p14:xfrm>
              <a:off x="8763189" y="5090517"/>
              <a:ext cx="5760" cy="89280"/>
            </p14:xfrm>
          </p:contentPart>
        </mc:Choice>
        <mc:Fallback xmlns="">
          <p:pic>
            <p:nvPicPr>
              <p:cNvPr id="379944" name="Ink 379943">
                <a:extLst>
                  <a:ext uri="{FF2B5EF4-FFF2-40B4-BE49-F238E27FC236}">
                    <a16:creationId xmlns:a16="http://schemas.microsoft.com/office/drawing/2014/main" id="{84360DF0-75B6-C112-E383-29881B63053C}"/>
                  </a:ext>
                </a:extLst>
              </p:cNvPr>
              <p:cNvPicPr/>
              <p:nvPr/>
            </p:nvPicPr>
            <p:blipFill>
              <a:blip r:embed="rId60"/>
              <a:stretch>
                <a:fillRect/>
              </a:stretch>
            </p:blipFill>
            <p:spPr>
              <a:xfrm>
                <a:off x="8753589" y="5081517"/>
                <a:ext cx="24576" cy="106920"/>
              </a:xfrm>
              <a:prstGeom prst="rect">
                <a:avLst/>
              </a:prstGeom>
            </p:spPr>
          </p:pic>
        </mc:Fallback>
      </mc:AlternateContent>
      <p:grpSp>
        <p:nvGrpSpPr>
          <p:cNvPr id="379966" name="Group 379965">
            <a:extLst>
              <a:ext uri="{FF2B5EF4-FFF2-40B4-BE49-F238E27FC236}">
                <a16:creationId xmlns:a16="http://schemas.microsoft.com/office/drawing/2014/main" id="{A64999DE-CDFF-506B-CC62-F30DB78056B5}"/>
              </a:ext>
            </a:extLst>
          </p:cNvPr>
          <p:cNvGrpSpPr/>
          <p:nvPr/>
        </p:nvGrpSpPr>
        <p:grpSpPr>
          <a:xfrm>
            <a:off x="6729189" y="3109437"/>
            <a:ext cx="2126520" cy="100800"/>
            <a:chOff x="6729189" y="3109437"/>
            <a:chExt cx="2126520" cy="100800"/>
          </a:xfrm>
        </p:grpSpPr>
        <mc:AlternateContent xmlns:mc="http://schemas.openxmlformats.org/markup-compatibility/2006" xmlns:p14="http://schemas.microsoft.com/office/powerpoint/2010/main">
          <mc:Choice Requires="p14">
            <p:contentPart p14:bwMode="auto" r:id="rId61">
              <p14:nvContentPartPr>
                <p14:cNvPr id="379952" name="Ink 379951">
                  <a:extLst>
                    <a:ext uri="{FF2B5EF4-FFF2-40B4-BE49-F238E27FC236}">
                      <a16:creationId xmlns:a16="http://schemas.microsoft.com/office/drawing/2014/main" id="{4294D235-5718-1CF8-5AB4-B4F28345C65D}"/>
                    </a:ext>
                  </a:extLst>
                </p14:cNvPr>
                <p14:cNvContentPartPr/>
                <p14:nvPr/>
              </p14:nvContentPartPr>
              <p14:xfrm>
                <a:off x="8614149" y="3141837"/>
                <a:ext cx="136440" cy="12960"/>
              </p14:xfrm>
            </p:contentPart>
          </mc:Choice>
          <mc:Fallback xmlns="">
            <p:pic>
              <p:nvPicPr>
                <p:cNvPr id="379952" name="Ink 379951">
                  <a:extLst>
                    <a:ext uri="{FF2B5EF4-FFF2-40B4-BE49-F238E27FC236}">
                      <a16:creationId xmlns:a16="http://schemas.microsoft.com/office/drawing/2014/main" id="{4294D235-5718-1CF8-5AB4-B4F28345C65D}"/>
                    </a:ext>
                  </a:extLst>
                </p:cNvPr>
                <p:cNvPicPr/>
                <p:nvPr/>
              </p:nvPicPr>
              <p:blipFill>
                <a:blip r:embed="rId62"/>
                <a:stretch>
                  <a:fillRect/>
                </a:stretch>
              </p:blipFill>
              <p:spPr>
                <a:xfrm>
                  <a:off x="8605149" y="3132837"/>
                  <a:ext cx="1540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9953" name="Ink 379952">
                  <a:extLst>
                    <a:ext uri="{FF2B5EF4-FFF2-40B4-BE49-F238E27FC236}">
                      <a16:creationId xmlns:a16="http://schemas.microsoft.com/office/drawing/2014/main" id="{27216EEC-23B1-E33C-A11A-1DA39DD106E3}"/>
                    </a:ext>
                  </a:extLst>
                </p14:cNvPr>
                <p14:cNvContentPartPr/>
                <p14:nvPr/>
              </p14:nvContentPartPr>
              <p14:xfrm>
                <a:off x="8355309" y="3179277"/>
                <a:ext cx="138240" cy="5760"/>
              </p14:xfrm>
            </p:contentPart>
          </mc:Choice>
          <mc:Fallback xmlns="">
            <p:pic>
              <p:nvPicPr>
                <p:cNvPr id="379953" name="Ink 379952">
                  <a:extLst>
                    <a:ext uri="{FF2B5EF4-FFF2-40B4-BE49-F238E27FC236}">
                      <a16:creationId xmlns:a16="http://schemas.microsoft.com/office/drawing/2014/main" id="{27216EEC-23B1-E33C-A11A-1DA39DD106E3}"/>
                    </a:ext>
                  </a:extLst>
                </p:cNvPr>
                <p:cNvPicPr/>
                <p:nvPr/>
              </p:nvPicPr>
              <p:blipFill>
                <a:blip r:embed="rId64"/>
                <a:stretch>
                  <a:fillRect/>
                </a:stretch>
              </p:blipFill>
              <p:spPr>
                <a:xfrm>
                  <a:off x="8346309" y="3170277"/>
                  <a:ext cx="1558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79954" name="Ink 379953">
                  <a:extLst>
                    <a:ext uri="{FF2B5EF4-FFF2-40B4-BE49-F238E27FC236}">
                      <a16:creationId xmlns:a16="http://schemas.microsoft.com/office/drawing/2014/main" id="{E9446A31-7B35-A907-9709-98C27A8E587D}"/>
                    </a:ext>
                  </a:extLst>
                </p14:cNvPr>
                <p14:cNvContentPartPr/>
                <p14:nvPr/>
              </p14:nvContentPartPr>
              <p14:xfrm>
                <a:off x="8023389" y="3176397"/>
                <a:ext cx="136440" cy="13680"/>
              </p14:xfrm>
            </p:contentPart>
          </mc:Choice>
          <mc:Fallback xmlns="">
            <p:pic>
              <p:nvPicPr>
                <p:cNvPr id="379954" name="Ink 379953">
                  <a:extLst>
                    <a:ext uri="{FF2B5EF4-FFF2-40B4-BE49-F238E27FC236}">
                      <a16:creationId xmlns:a16="http://schemas.microsoft.com/office/drawing/2014/main" id="{E9446A31-7B35-A907-9709-98C27A8E587D}"/>
                    </a:ext>
                  </a:extLst>
                </p:cNvPr>
                <p:cNvPicPr/>
                <p:nvPr/>
              </p:nvPicPr>
              <p:blipFill>
                <a:blip r:embed="rId66"/>
                <a:stretch>
                  <a:fillRect/>
                </a:stretch>
              </p:blipFill>
              <p:spPr>
                <a:xfrm>
                  <a:off x="8014389" y="3167628"/>
                  <a:ext cx="154080" cy="30868"/>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79955" name="Ink 379954">
                  <a:extLst>
                    <a:ext uri="{FF2B5EF4-FFF2-40B4-BE49-F238E27FC236}">
                      <a16:creationId xmlns:a16="http://schemas.microsoft.com/office/drawing/2014/main" id="{BB82530B-7F00-005E-C18B-245753BBFBA3}"/>
                    </a:ext>
                  </a:extLst>
                </p14:cNvPr>
                <p14:cNvContentPartPr/>
                <p14:nvPr/>
              </p14:nvContentPartPr>
              <p14:xfrm>
                <a:off x="7689669" y="3189717"/>
                <a:ext cx="156600" cy="14040"/>
              </p14:xfrm>
            </p:contentPart>
          </mc:Choice>
          <mc:Fallback xmlns="">
            <p:pic>
              <p:nvPicPr>
                <p:cNvPr id="379955" name="Ink 379954">
                  <a:extLst>
                    <a:ext uri="{FF2B5EF4-FFF2-40B4-BE49-F238E27FC236}">
                      <a16:creationId xmlns:a16="http://schemas.microsoft.com/office/drawing/2014/main" id="{BB82530B-7F00-005E-C18B-245753BBFBA3}"/>
                    </a:ext>
                  </a:extLst>
                </p:cNvPr>
                <p:cNvPicPr/>
                <p:nvPr/>
              </p:nvPicPr>
              <p:blipFill>
                <a:blip r:embed="rId68"/>
                <a:stretch>
                  <a:fillRect/>
                </a:stretch>
              </p:blipFill>
              <p:spPr>
                <a:xfrm>
                  <a:off x="7680669" y="3180480"/>
                  <a:ext cx="174240" cy="32144"/>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79956" name="Ink 379955">
                  <a:extLst>
                    <a:ext uri="{FF2B5EF4-FFF2-40B4-BE49-F238E27FC236}">
                      <a16:creationId xmlns:a16="http://schemas.microsoft.com/office/drawing/2014/main" id="{BAB46904-360E-8DFB-FE80-73E9CD59F982}"/>
                    </a:ext>
                  </a:extLst>
                </p14:cNvPr>
                <p14:cNvContentPartPr/>
                <p14:nvPr/>
              </p14:nvContentPartPr>
              <p14:xfrm>
                <a:off x="7442709" y="3192957"/>
                <a:ext cx="106560" cy="3960"/>
              </p14:xfrm>
            </p:contentPart>
          </mc:Choice>
          <mc:Fallback xmlns="">
            <p:pic>
              <p:nvPicPr>
                <p:cNvPr id="379956" name="Ink 379955">
                  <a:extLst>
                    <a:ext uri="{FF2B5EF4-FFF2-40B4-BE49-F238E27FC236}">
                      <a16:creationId xmlns:a16="http://schemas.microsoft.com/office/drawing/2014/main" id="{BAB46904-360E-8DFB-FE80-73E9CD59F982}"/>
                    </a:ext>
                  </a:extLst>
                </p:cNvPr>
                <p:cNvPicPr/>
                <p:nvPr/>
              </p:nvPicPr>
              <p:blipFill>
                <a:blip r:embed="rId70"/>
                <a:stretch>
                  <a:fillRect/>
                </a:stretch>
              </p:blipFill>
              <p:spPr>
                <a:xfrm>
                  <a:off x="7433709" y="3183957"/>
                  <a:ext cx="1242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79957" name="Ink 379956">
                  <a:extLst>
                    <a:ext uri="{FF2B5EF4-FFF2-40B4-BE49-F238E27FC236}">
                      <a16:creationId xmlns:a16="http://schemas.microsoft.com/office/drawing/2014/main" id="{0BA3A886-56C0-1937-DA93-03450E04D8AE}"/>
                    </a:ext>
                  </a:extLst>
                </p14:cNvPr>
                <p14:cNvContentPartPr/>
                <p14:nvPr/>
              </p14:nvContentPartPr>
              <p14:xfrm>
                <a:off x="7188549" y="3189357"/>
                <a:ext cx="122400" cy="6840"/>
              </p14:xfrm>
            </p:contentPart>
          </mc:Choice>
          <mc:Fallback xmlns="">
            <p:pic>
              <p:nvPicPr>
                <p:cNvPr id="379957" name="Ink 379956">
                  <a:extLst>
                    <a:ext uri="{FF2B5EF4-FFF2-40B4-BE49-F238E27FC236}">
                      <a16:creationId xmlns:a16="http://schemas.microsoft.com/office/drawing/2014/main" id="{0BA3A886-56C0-1937-DA93-03450E04D8AE}"/>
                    </a:ext>
                  </a:extLst>
                </p:cNvPr>
                <p:cNvPicPr/>
                <p:nvPr/>
              </p:nvPicPr>
              <p:blipFill>
                <a:blip r:embed="rId72"/>
                <a:stretch>
                  <a:fillRect/>
                </a:stretch>
              </p:blipFill>
              <p:spPr>
                <a:xfrm>
                  <a:off x="7179549" y="3180357"/>
                  <a:ext cx="1400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79958" name="Ink 379957">
                  <a:extLst>
                    <a:ext uri="{FF2B5EF4-FFF2-40B4-BE49-F238E27FC236}">
                      <a16:creationId xmlns:a16="http://schemas.microsoft.com/office/drawing/2014/main" id="{4681E76E-48BD-7A4A-A5A1-057F84FAAF7E}"/>
                    </a:ext>
                  </a:extLst>
                </p14:cNvPr>
                <p14:cNvContentPartPr/>
                <p14:nvPr/>
              </p14:nvContentPartPr>
              <p14:xfrm>
                <a:off x="6890469" y="3174957"/>
                <a:ext cx="147600" cy="10080"/>
              </p14:xfrm>
            </p:contentPart>
          </mc:Choice>
          <mc:Fallback xmlns="">
            <p:pic>
              <p:nvPicPr>
                <p:cNvPr id="379958" name="Ink 379957">
                  <a:extLst>
                    <a:ext uri="{FF2B5EF4-FFF2-40B4-BE49-F238E27FC236}">
                      <a16:creationId xmlns:a16="http://schemas.microsoft.com/office/drawing/2014/main" id="{4681E76E-48BD-7A4A-A5A1-057F84FAAF7E}"/>
                    </a:ext>
                  </a:extLst>
                </p:cNvPr>
                <p:cNvPicPr/>
                <p:nvPr/>
              </p:nvPicPr>
              <p:blipFill>
                <a:blip r:embed="rId74"/>
                <a:stretch>
                  <a:fillRect/>
                </a:stretch>
              </p:blipFill>
              <p:spPr>
                <a:xfrm>
                  <a:off x="6881469" y="3165957"/>
                  <a:ext cx="1652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79959" name="Ink 379958">
                  <a:extLst>
                    <a:ext uri="{FF2B5EF4-FFF2-40B4-BE49-F238E27FC236}">
                      <a16:creationId xmlns:a16="http://schemas.microsoft.com/office/drawing/2014/main" id="{08A5BFFD-822E-A282-3638-3F5C02B81F38}"/>
                    </a:ext>
                  </a:extLst>
                </p14:cNvPr>
                <p14:cNvContentPartPr/>
                <p14:nvPr/>
              </p14:nvContentPartPr>
              <p14:xfrm>
                <a:off x="6729189" y="3156597"/>
                <a:ext cx="77040" cy="10080"/>
              </p14:xfrm>
            </p:contentPart>
          </mc:Choice>
          <mc:Fallback xmlns="">
            <p:pic>
              <p:nvPicPr>
                <p:cNvPr id="379959" name="Ink 379958">
                  <a:extLst>
                    <a:ext uri="{FF2B5EF4-FFF2-40B4-BE49-F238E27FC236}">
                      <a16:creationId xmlns:a16="http://schemas.microsoft.com/office/drawing/2014/main" id="{08A5BFFD-822E-A282-3638-3F5C02B81F38}"/>
                    </a:ext>
                  </a:extLst>
                </p:cNvPr>
                <p:cNvPicPr/>
                <p:nvPr/>
              </p:nvPicPr>
              <p:blipFill>
                <a:blip r:embed="rId76"/>
                <a:stretch>
                  <a:fillRect/>
                </a:stretch>
              </p:blipFill>
              <p:spPr>
                <a:xfrm>
                  <a:off x="6720189" y="3147597"/>
                  <a:ext cx="946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79965" name="Ink 379964">
                  <a:extLst>
                    <a:ext uri="{FF2B5EF4-FFF2-40B4-BE49-F238E27FC236}">
                      <a16:creationId xmlns:a16="http://schemas.microsoft.com/office/drawing/2014/main" id="{6B9D168A-5338-2E9A-53F4-D21FB82B5C6C}"/>
                    </a:ext>
                  </a:extLst>
                </p14:cNvPr>
                <p14:cNvContentPartPr/>
                <p14:nvPr/>
              </p14:nvContentPartPr>
              <p14:xfrm>
                <a:off x="8738349" y="3109437"/>
                <a:ext cx="117360" cy="100800"/>
              </p14:xfrm>
            </p:contentPart>
          </mc:Choice>
          <mc:Fallback xmlns="">
            <p:pic>
              <p:nvPicPr>
                <p:cNvPr id="379965" name="Ink 379964">
                  <a:extLst>
                    <a:ext uri="{FF2B5EF4-FFF2-40B4-BE49-F238E27FC236}">
                      <a16:creationId xmlns:a16="http://schemas.microsoft.com/office/drawing/2014/main" id="{6B9D168A-5338-2E9A-53F4-D21FB82B5C6C}"/>
                    </a:ext>
                  </a:extLst>
                </p:cNvPr>
                <p:cNvPicPr/>
                <p:nvPr/>
              </p:nvPicPr>
              <p:blipFill>
                <a:blip r:embed="rId78"/>
                <a:stretch>
                  <a:fillRect/>
                </a:stretch>
              </p:blipFill>
              <p:spPr>
                <a:xfrm>
                  <a:off x="8729349" y="3100405"/>
                  <a:ext cx="135000" cy="118503"/>
                </a:xfrm>
                <a:prstGeom prst="rect">
                  <a:avLst/>
                </a:prstGeom>
              </p:spPr>
            </p:pic>
          </mc:Fallback>
        </mc:AlternateContent>
      </p:grpSp>
      <p:sp>
        <p:nvSpPr>
          <p:cNvPr id="379967" name="TextBox 379966">
            <a:extLst>
              <a:ext uri="{FF2B5EF4-FFF2-40B4-BE49-F238E27FC236}">
                <a16:creationId xmlns:a16="http://schemas.microsoft.com/office/drawing/2014/main" id="{F54296C0-848B-CE91-A672-24D9E05D3903}"/>
              </a:ext>
            </a:extLst>
          </p:cNvPr>
          <p:cNvSpPr txBox="1"/>
          <p:nvPr/>
        </p:nvSpPr>
        <p:spPr>
          <a:xfrm>
            <a:off x="303224" y="1729856"/>
            <a:ext cx="5471540" cy="378565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GB" sz="2000">
                <a:solidFill>
                  <a:srgbClr val="114178"/>
                </a:solidFill>
                <a:latin typeface="Calibri" panose="020F0502020204030204" pitchFamily="34" charset="0"/>
                <a:cs typeface="Calibri" panose="020F0502020204030204" pitchFamily="34" charset="0"/>
              </a:rPr>
              <a:t>If there is a leftward shift in demand and a rightwards shift in supply, price will fall from P1 to P2</a:t>
            </a:r>
          </a:p>
          <a:p>
            <a:endParaRPr lang="en-GB" sz="2000">
              <a:solidFill>
                <a:srgbClr val="114178"/>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a:solidFill>
                  <a:srgbClr val="114178"/>
                </a:solidFill>
                <a:latin typeface="Calibri" panose="020F0502020204030204" pitchFamily="34" charset="0"/>
                <a:cs typeface="Calibri" panose="020F0502020204030204" pitchFamily="34" charset="0"/>
              </a:rPr>
              <a:t>Quantity will increase from Q1 to Q2</a:t>
            </a:r>
          </a:p>
          <a:p>
            <a:endParaRPr lang="en-GB" sz="2000">
              <a:solidFill>
                <a:srgbClr val="114178"/>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a:solidFill>
                  <a:srgbClr val="114178"/>
                </a:solidFill>
                <a:latin typeface="Calibri" panose="020F0502020204030204" pitchFamily="34" charset="0"/>
                <a:cs typeface="Calibri" panose="020F0502020204030204" pitchFamily="34" charset="0"/>
              </a:rPr>
              <a:t>If the shift in demand and the shift in supply are the same size, there will be no change in Q</a:t>
            </a:r>
          </a:p>
          <a:p>
            <a:endParaRPr lang="en-GB" sz="2000">
              <a:solidFill>
                <a:srgbClr val="114178"/>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a:solidFill>
                  <a:srgbClr val="114178"/>
                </a:solidFill>
                <a:latin typeface="Calibri"/>
                <a:ea typeface="Calibri"/>
                <a:cs typeface="Calibri"/>
              </a:rPr>
              <a:t>We do not know if the fall in demand is bigger or smaller than the increase in supply**</a:t>
            </a:r>
            <a:endParaRPr lang="en-GB" sz="2000">
              <a:solidFill>
                <a:srgbClr val="114178"/>
              </a:solidFill>
              <a:latin typeface="Calibri" panose="020F0502020204030204" pitchFamily="34" charset="0"/>
              <a:ea typeface="Calibri"/>
              <a:cs typeface="Calibri" panose="020F0502020204030204" pitchFamily="34" charset="0"/>
            </a:endParaRPr>
          </a:p>
          <a:p>
            <a:endParaRPr lang="en-GB" sz="2000"/>
          </a:p>
        </p:txBody>
      </p:sp>
      <p:sp>
        <p:nvSpPr>
          <p:cNvPr id="379979" name="Tekstiruutu 379978">
            <a:extLst>
              <a:ext uri="{FF2B5EF4-FFF2-40B4-BE49-F238E27FC236}">
                <a16:creationId xmlns:a16="http://schemas.microsoft.com/office/drawing/2014/main" id="{11C529B4-EFFB-421C-BC8F-B360959B1230}"/>
              </a:ext>
            </a:extLst>
          </p:cNvPr>
          <p:cNvSpPr txBox="1"/>
          <p:nvPr/>
        </p:nvSpPr>
        <p:spPr>
          <a:xfrm>
            <a:off x="5820575" y="1624245"/>
            <a:ext cx="710451" cy="400110"/>
          </a:xfrm>
          <a:prstGeom prst="rect">
            <a:avLst/>
          </a:prstGeom>
          <a:noFill/>
        </p:spPr>
        <p:txBody>
          <a:bodyPr wrap="none" rtlCol="0" anchor="ctr" anchorCtr="1">
            <a:spAutoFit/>
          </a:bodyPr>
          <a:lstStyle/>
          <a:p>
            <a:pPr algn="ctr"/>
            <a:r>
              <a:rPr lang="en-GB" sz="2000">
                <a:solidFill>
                  <a:srgbClr val="000000"/>
                </a:solidFill>
              </a:rPr>
              <a:t>Price</a:t>
            </a:r>
          </a:p>
        </p:txBody>
      </p:sp>
      <p:sp>
        <p:nvSpPr>
          <p:cNvPr id="379984" name="TextovéPole 379983">
            <a:extLst>
              <a:ext uri="{FF2B5EF4-FFF2-40B4-BE49-F238E27FC236}">
                <a16:creationId xmlns:a16="http://schemas.microsoft.com/office/drawing/2014/main" id="{57B4CFBE-7C35-4CA7-9554-6D9E5BD6169F}"/>
              </a:ext>
            </a:extLst>
          </p:cNvPr>
          <p:cNvSpPr txBox="1"/>
          <p:nvPr/>
        </p:nvSpPr>
        <p:spPr>
          <a:xfrm>
            <a:off x="10803588" y="5619705"/>
            <a:ext cx="1080745" cy="400110"/>
          </a:xfrm>
          <a:prstGeom prst="rect">
            <a:avLst/>
          </a:prstGeom>
          <a:noFill/>
        </p:spPr>
        <p:txBody>
          <a:bodyPr wrap="none" rtlCol="0" anchor="ctr" anchorCtr="1">
            <a:spAutoFit/>
          </a:bodyPr>
          <a:lstStyle/>
          <a:p>
            <a:pPr algn="ctr"/>
            <a:r>
              <a:rPr lang="en-GB" sz="2000">
                <a:solidFill>
                  <a:srgbClr val="000000"/>
                </a:solidFill>
              </a:rPr>
              <a:t>Quantity</a:t>
            </a:r>
          </a:p>
        </p:txBody>
      </p:sp>
      <p:sp>
        <p:nvSpPr>
          <p:cNvPr id="27" name="CuadroTexto 26">
            <a:extLst>
              <a:ext uri="{FF2B5EF4-FFF2-40B4-BE49-F238E27FC236}">
                <a16:creationId xmlns:a16="http://schemas.microsoft.com/office/drawing/2014/main" id="{9E963FF5-A994-4A72-A221-EF63FB0B9498}"/>
              </a:ext>
            </a:extLst>
          </p:cNvPr>
          <p:cNvSpPr txBox="1"/>
          <p:nvPr/>
        </p:nvSpPr>
        <p:spPr>
          <a:xfrm>
            <a:off x="8521001" y="5466329"/>
            <a:ext cx="468397" cy="415498"/>
          </a:xfrm>
          <a:prstGeom prst="rect">
            <a:avLst/>
          </a:prstGeom>
          <a:noFill/>
        </p:spPr>
        <p:txBody>
          <a:bodyPr wrap="none" rtlCol="0" anchor="ctr" anchorCtr="1">
            <a:spAutoFit/>
          </a:bodyPr>
          <a:lstStyle/>
          <a:p>
            <a:pPr algn="ctr"/>
            <a:r>
              <a:rPr lang="en-GB" sz="2000">
                <a:solidFill>
                  <a:srgbClr val="000000"/>
                </a:solidFill>
              </a:rPr>
              <a:t>Q</a:t>
            </a:r>
            <a:r>
              <a:rPr lang="en-GB" sz="2000" baseline="-25000">
                <a:solidFill>
                  <a:srgbClr val="000000"/>
                </a:solidFill>
              </a:rPr>
              <a:t>1</a:t>
            </a:r>
          </a:p>
        </p:txBody>
      </p:sp>
      <p:sp>
        <p:nvSpPr>
          <p:cNvPr id="17" name="pole tekstowe 16">
            <a:extLst>
              <a:ext uri="{FF2B5EF4-FFF2-40B4-BE49-F238E27FC236}">
                <a16:creationId xmlns:a16="http://schemas.microsoft.com/office/drawing/2014/main" id="{F3EF1DDD-9922-4FAB-8F74-71B3E4C7D4ED}"/>
              </a:ext>
            </a:extLst>
          </p:cNvPr>
          <p:cNvSpPr txBox="1"/>
          <p:nvPr/>
        </p:nvSpPr>
        <p:spPr>
          <a:xfrm>
            <a:off x="8936827" y="5480175"/>
            <a:ext cx="455573" cy="400110"/>
          </a:xfrm>
          <a:prstGeom prst="rect">
            <a:avLst/>
          </a:prstGeom>
          <a:noFill/>
        </p:spPr>
        <p:txBody>
          <a:bodyPr wrap="none" rtlCol="0" anchor="ctr" anchorCtr="1">
            <a:spAutoFit/>
          </a:bodyPr>
          <a:lstStyle/>
          <a:p>
            <a:pPr algn="ctr"/>
            <a:r>
              <a:rPr lang="en-GB" sz="2000">
                <a:solidFill>
                  <a:srgbClr val="E71224"/>
                </a:solidFill>
              </a:rPr>
              <a:t>Q</a:t>
            </a:r>
            <a:r>
              <a:rPr lang="en-GB" sz="2000" baseline="-25000">
                <a:solidFill>
                  <a:srgbClr val="E71224"/>
                </a:solidFill>
              </a:rPr>
              <a:t>2</a:t>
            </a:r>
          </a:p>
        </p:txBody>
      </p:sp>
      <p:sp>
        <p:nvSpPr>
          <p:cNvPr id="25" name="TextovéPole 24">
            <a:extLst>
              <a:ext uri="{FF2B5EF4-FFF2-40B4-BE49-F238E27FC236}">
                <a16:creationId xmlns:a16="http://schemas.microsoft.com/office/drawing/2014/main" id="{83D5AA98-86A0-4811-A202-85E4FC466972}"/>
              </a:ext>
            </a:extLst>
          </p:cNvPr>
          <p:cNvSpPr txBox="1"/>
          <p:nvPr/>
        </p:nvSpPr>
        <p:spPr>
          <a:xfrm>
            <a:off x="6255133" y="3851565"/>
            <a:ext cx="412292" cy="400110"/>
          </a:xfrm>
          <a:prstGeom prst="rect">
            <a:avLst/>
          </a:prstGeom>
          <a:noFill/>
        </p:spPr>
        <p:txBody>
          <a:bodyPr wrap="none" rtlCol="0" anchor="ctr" anchorCtr="1">
            <a:spAutoFit/>
          </a:bodyPr>
          <a:lstStyle/>
          <a:p>
            <a:pPr algn="ctr"/>
            <a:r>
              <a:rPr lang="en-GB" sz="2000">
                <a:solidFill>
                  <a:srgbClr val="E71224"/>
                </a:solidFill>
              </a:rPr>
              <a:t>P</a:t>
            </a:r>
            <a:r>
              <a:rPr lang="en-GB" sz="2000" baseline="-25000">
                <a:solidFill>
                  <a:srgbClr val="E71224"/>
                </a:solidFill>
              </a:rPr>
              <a:t>2</a:t>
            </a:r>
          </a:p>
        </p:txBody>
      </p:sp>
      <p:sp>
        <p:nvSpPr>
          <p:cNvPr id="24" name="Tekstfelt 23">
            <a:extLst>
              <a:ext uri="{FF2B5EF4-FFF2-40B4-BE49-F238E27FC236}">
                <a16:creationId xmlns:a16="http://schemas.microsoft.com/office/drawing/2014/main" id="{34652017-1244-4745-B5C0-23E5B5425687}"/>
              </a:ext>
            </a:extLst>
          </p:cNvPr>
          <p:cNvSpPr txBox="1"/>
          <p:nvPr/>
        </p:nvSpPr>
        <p:spPr>
          <a:xfrm>
            <a:off x="6246343" y="2968306"/>
            <a:ext cx="412292" cy="400110"/>
          </a:xfrm>
          <a:prstGeom prst="rect">
            <a:avLst/>
          </a:prstGeom>
          <a:noFill/>
        </p:spPr>
        <p:txBody>
          <a:bodyPr wrap="none" rtlCol="0" anchor="ctr" anchorCtr="1">
            <a:spAutoFit/>
          </a:bodyPr>
          <a:lstStyle/>
          <a:p>
            <a:pPr algn="ctr"/>
            <a:r>
              <a:rPr lang="en-GB" sz="2000">
                <a:solidFill>
                  <a:srgbClr val="000000"/>
                </a:solidFill>
              </a:rPr>
              <a:t>P</a:t>
            </a:r>
            <a:r>
              <a:rPr lang="en-GB" sz="2000" baseline="-25000">
                <a:solidFill>
                  <a:srgbClr val="000000"/>
                </a:solidFill>
              </a:rPr>
              <a:t>1</a:t>
            </a:r>
          </a:p>
        </p:txBody>
      </p:sp>
      <mc:AlternateContent xmlns:mc="http://schemas.openxmlformats.org/markup-compatibility/2006" xmlns:p14="http://schemas.microsoft.com/office/powerpoint/2010/main">
        <mc:Choice Requires="p14">
          <p:contentPart p14:bwMode="auto" r:id="rId79">
            <p14:nvContentPartPr>
              <p14:cNvPr id="379923" name="Ink 379922">
                <a:extLst>
                  <a:ext uri="{FF2B5EF4-FFF2-40B4-BE49-F238E27FC236}">
                    <a16:creationId xmlns:a16="http://schemas.microsoft.com/office/drawing/2014/main" id="{F857664D-9326-93D2-782A-9DCA618668ED}"/>
                  </a:ext>
                </a:extLst>
              </p14:cNvPr>
              <p14:cNvContentPartPr/>
              <p14:nvPr/>
            </p14:nvContentPartPr>
            <p14:xfrm>
              <a:off x="8761026" y="5364753"/>
              <a:ext cx="11520" cy="53280"/>
            </p14:xfrm>
          </p:contentPart>
        </mc:Choice>
        <mc:Fallback xmlns="">
          <p:pic>
            <p:nvPicPr>
              <p:cNvPr id="379923" name="Ink 379922">
                <a:extLst>
                  <a:ext uri="{FF2B5EF4-FFF2-40B4-BE49-F238E27FC236}">
                    <a16:creationId xmlns:a16="http://schemas.microsoft.com/office/drawing/2014/main" id="{F857664D-9326-93D2-782A-9DCA618668ED}"/>
                  </a:ext>
                </a:extLst>
              </p:cNvPr>
              <p:cNvPicPr/>
              <p:nvPr/>
            </p:nvPicPr>
            <p:blipFill>
              <a:blip r:embed="rId80"/>
              <a:stretch>
                <a:fillRect/>
              </a:stretch>
            </p:blipFill>
            <p:spPr>
              <a:xfrm>
                <a:off x="8752026" y="5355753"/>
                <a:ext cx="291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379978" name="Ink 379977">
                <a:extLst>
                  <a:ext uri="{FF2B5EF4-FFF2-40B4-BE49-F238E27FC236}">
                    <a16:creationId xmlns:a16="http://schemas.microsoft.com/office/drawing/2014/main" id="{F5FA7CCE-746F-0EBD-C044-FE96BB92044A}"/>
                  </a:ext>
                </a:extLst>
              </p14:cNvPr>
              <p14:cNvContentPartPr/>
              <p14:nvPr/>
            </p14:nvContentPartPr>
            <p14:xfrm>
              <a:off x="9050466" y="4538553"/>
              <a:ext cx="12960" cy="122760"/>
            </p14:xfrm>
          </p:contentPart>
        </mc:Choice>
        <mc:Fallback xmlns="">
          <p:pic>
            <p:nvPicPr>
              <p:cNvPr id="379978" name="Ink 379977">
                <a:extLst>
                  <a:ext uri="{FF2B5EF4-FFF2-40B4-BE49-F238E27FC236}">
                    <a16:creationId xmlns:a16="http://schemas.microsoft.com/office/drawing/2014/main" id="{F5FA7CCE-746F-0EBD-C044-FE96BB92044A}"/>
                  </a:ext>
                </a:extLst>
              </p:cNvPr>
              <p:cNvPicPr/>
              <p:nvPr/>
            </p:nvPicPr>
            <p:blipFill>
              <a:blip r:embed="rId82"/>
              <a:stretch>
                <a:fillRect/>
              </a:stretch>
            </p:blipFill>
            <p:spPr>
              <a:xfrm>
                <a:off x="9041466" y="4529553"/>
                <a:ext cx="306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379980" name="Ink 379979">
                <a:extLst>
                  <a:ext uri="{FF2B5EF4-FFF2-40B4-BE49-F238E27FC236}">
                    <a16:creationId xmlns:a16="http://schemas.microsoft.com/office/drawing/2014/main" id="{C2C6CC3B-C504-FB9D-94BA-F3444B620285}"/>
                  </a:ext>
                </a:extLst>
              </p14:cNvPr>
              <p14:cNvContentPartPr/>
              <p14:nvPr/>
            </p14:nvContentPartPr>
            <p14:xfrm>
              <a:off x="9039306" y="4839513"/>
              <a:ext cx="15840" cy="97200"/>
            </p14:xfrm>
          </p:contentPart>
        </mc:Choice>
        <mc:Fallback xmlns="">
          <p:pic>
            <p:nvPicPr>
              <p:cNvPr id="379980" name="Ink 379979">
                <a:extLst>
                  <a:ext uri="{FF2B5EF4-FFF2-40B4-BE49-F238E27FC236}">
                    <a16:creationId xmlns:a16="http://schemas.microsoft.com/office/drawing/2014/main" id="{C2C6CC3B-C504-FB9D-94BA-F3444B620285}"/>
                  </a:ext>
                </a:extLst>
              </p:cNvPr>
              <p:cNvPicPr/>
              <p:nvPr/>
            </p:nvPicPr>
            <p:blipFill>
              <a:blip r:embed="rId84"/>
              <a:stretch>
                <a:fillRect/>
              </a:stretch>
            </p:blipFill>
            <p:spPr>
              <a:xfrm>
                <a:off x="9030097" y="4830513"/>
                <a:ext cx="3389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79981" name="Ink 379980">
                <a:extLst>
                  <a:ext uri="{FF2B5EF4-FFF2-40B4-BE49-F238E27FC236}">
                    <a16:creationId xmlns:a16="http://schemas.microsoft.com/office/drawing/2014/main" id="{E7D7264C-4BBF-FC59-70DC-DE2886054654}"/>
                  </a:ext>
                </a:extLst>
              </p14:cNvPr>
              <p14:cNvContentPartPr/>
              <p14:nvPr/>
            </p14:nvContentPartPr>
            <p14:xfrm>
              <a:off x="9056586" y="5120673"/>
              <a:ext cx="25200" cy="95760"/>
            </p14:xfrm>
          </p:contentPart>
        </mc:Choice>
        <mc:Fallback xmlns="">
          <p:pic>
            <p:nvPicPr>
              <p:cNvPr id="379981" name="Ink 379980">
                <a:extLst>
                  <a:ext uri="{FF2B5EF4-FFF2-40B4-BE49-F238E27FC236}">
                    <a16:creationId xmlns:a16="http://schemas.microsoft.com/office/drawing/2014/main" id="{E7D7264C-4BBF-FC59-70DC-DE2886054654}"/>
                  </a:ext>
                </a:extLst>
              </p:cNvPr>
              <p:cNvPicPr/>
              <p:nvPr/>
            </p:nvPicPr>
            <p:blipFill>
              <a:blip r:embed="rId86"/>
              <a:stretch>
                <a:fillRect/>
              </a:stretch>
            </p:blipFill>
            <p:spPr>
              <a:xfrm>
                <a:off x="9047586" y="5111673"/>
                <a:ext cx="428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79982" name="Ink 379981">
                <a:extLst>
                  <a:ext uri="{FF2B5EF4-FFF2-40B4-BE49-F238E27FC236}">
                    <a16:creationId xmlns:a16="http://schemas.microsoft.com/office/drawing/2014/main" id="{7DBE583A-2F44-78E6-4C51-6755C775B857}"/>
                  </a:ext>
                </a:extLst>
              </p14:cNvPr>
              <p14:cNvContentPartPr/>
              <p14:nvPr/>
            </p14:nvContentPartPr>
            <p14:xfrm>
              <a:off x="9057666" y="5382393"/>
              <a:ext cx="27720" cy="114480"/>
            </p14:xfrm>
          </p:contentPart>
        </mc:Choice>
        <mc:Fallback xmlns="">
          <p:pic>
            <p:nvPicPr>
              <p:cNvPr id="379982" name="Ink 379981">
                <a:extLst>
                  <a:ext uri="{FF2B5EF4-FFF2-40B4-BE49-F238E27FC236}">
                    <a16:creationId xmlns:a16="http://schemas.microsoft.com/office/drawing/2014/main" id="{7DBE583A-2F44-78E6-4C51-6755C775B857}"/>
                  </a:ext>
                </a:extLst>
              </p:cNvPr>
              <p:cNvPicPr/>
              <p:nvPr/>
            </p:nvPicPr>
            <p:blipFill>
              <a:blip r:embed="rId88"/>
              <a:stretch>
                <a:fillRect/>
              </a:stretch>
            </p:blipFill>
            <p:spPr>
              <a:xfrm>
                <a:off x="9048666" y="5373393"/>
                <a:ext cx="45360" cy="132120"/>
              </a:xfrm>
              <a:prstGeom prst="rect">
                <a:avLst/>
              </a:prstGeom>
            </p:spPr>
          </p:pic>
        </mc:Fallback>
      </mc:AlternateContent>
      <p:sp>
        <p:nvSpPr>
          <p:cNvPr id="7" name="Lige forbindelse 6">
            <a:extLst>
              <a:ext uri="{FF2B5EF4-FFF2-40B4-BE49-F238E27FC236}">
                <a16:creationId xmlns:a16="http://schemas.microsoft.com/office/drawing/2014/main" id="{CFA771D9-F86C-41E8-BE92-47B79198AA0D}"/>
              </a:ext>
            </a:extLst>
          </p:cNvPr>
          <p:cNvSpPr/>
          <p:nvPr/>
        </p:nvSpPr>
        <p:spPr>
          <a:xfrm>
            <a:off x="6731280" y="5496119"/>
            <a:ext cx="4785672" cy="5280"/>
          </a:xfrm>
          <a:prstGeom prst="line">
            <a:avLst/>
          </a:prstGeom>
          <a:solidFill>
            <a:srgbClr val="000000">
              <a:alpha val="5000"/>
            </a:srgbClr>
          </a:solidFill>
          <a:ln w="18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s-ES">
              <a:solidFill>
                <a:srgbClr val="000000"/>
              </a:solidFill>
            </a:endParaRPr>
          </a:p>
        </p:txBody>
      </p:sp>
      <p:sp>
        <p:nvSpPr>
          <p:cNvPr id="9" name="Прямая соединительная линия 8">
            <a:extLst>
              <a:ext uri="{FF2B5EF4-FFF2-40B4-BE49-F238E27FC236}">
                <a16:creationId xmlns:a16="http://schemas.microsoft.com/office/drawing/2014/main" id="{51E90062-D258-4A57-9FBD-8F97AAEB8AD4}"/>
              </a:ext>
            </a:extLst>
          </p:cNvPr>
          <p:cNvSpPr/>
          <p:nvPr/>
        </p:nvSpPr>
        <p:spPr>
          <a:xfrm rot="5400000">
            <a:off x="4874940" y="3698280"/>
            <a:ext cx="3657600" cy="0"/>
          </a:xfrm>
          <a:prstGeom prst="line">
            <a:avLst/>
          </a:prstGeom>
          <a:solidFill>
            <a:srgbClr val="000000">
              <a:alpha val="5000"/>
            </a:srgbClr>
          </a:solidFill>
          <a:ln w="18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sv-SE">
              <a:solidFill>
                <a:srgbClr val="000000"/>
              </a:solidFill>
            </a:endParaRPr>
          </a:p>
        </p:txBody>
      </p:sp>
      <p:sp>
        <p:nvSpPr>
          <p:cNvPr id="22" name="ZoneTexte 21">
            <a:extLst>
              <a:ext uri="{FF2B5EF4-FFF2-40B4-BE49-F238E27FC236}">
                <a16:creationId xmlns:a16="http://schemas.microsoft.com/office/drawing/2014/main" id="{54FC4CB3-2B31-4259-93F2-DB8A517A2F30}"/>
              </a:ext>
            </a:extLst>
          </p:cNvPr>
          <p:cNvSpPr txBox="1"/>
          <p:nvPr/>
        </p:nvSpPr>
        <p:spPr>
          <a:xfrm>
            <a:off x="9707174" y="1605166"/>
            <a:ext cx="412292" cy="400110"/>
          </a:xfrm>
          <a:prstGeom prst="rect">
            <a:avLst/>
          </a:prstGeom>
          <a:noFill/>
        </p:spPr>
        <p:txBody>
          <a:bodyPr wrap="none" rtlCol="0" anchor="ctr" anchorCtr="1">
            <a:spAutoFit/>
          </a:bodyPr>
          <a:lstStyle/>
          <a:p>
            <a:pPr algn="ctr"/>
            <a:r>
              <a:rPr lang="en-GB" sz="2000">
                <a:solidFill>
                  <a:srgbClr val="000000"/>
                </a:solidFill>
              </a:rPr>
              <a:t>S</a:t>
            </a:r>
            <a:r>
              <a:rPr lang="en-GB" sz="2000" baseline="-25000">
                <a:solidFill>
                  <a:srgbClr val="000000"/>
                </a:solidFill>
              </a:rPr>
              <a:t>1</a:t>
            </a:r>
          </a:p>
        </p:txBody>
      </p:sp>
      <p:sp>
        <p:nvSpPr>
          <p:cNvPr id="23" name="ZoneTexte 22">
            <a:extLst>
              <a:ext uri="{FF2B5EF4-FFF2-40B4-BE49-F238E27FC236}">
                <a16:creationId xmlns:a16="http://schemas.microsoft.com/office/drawing/2014/main" id="{98F14538-15E5-4DA4-B38E-7B0C9CA9F5C7}"/>
              </a:ext>
            </a:extLst>
          </p:cNvPr>
          <p:cNvSpPr txBox="1"/>
          <p:nvPr/>
        </p:nvSpPr>
        <p:spPr>
          <a:xfrm>
            <a:off x="10281163" y="1851631"/>
            <a:ext cx="423513" cy="415498"/>
          </a:xfrm>
          <a:prstGeom prst="rect">
            <a:avLst/>
          </a:prstGeom>
          <a:noFill/>
        </p:spPr>
        <p:txBody>
          <a:bodyPr wrap="none" rtlCol="0" anchor="ctr" anchorCtr="1">
            <a:spAutoFit/>
          </a:bodyPr>
          <a:lstStyle/>
          <a:p>
            <a:pPr algn="ctr"/>
            <a:r>
              <a:rPr lang="en-GB" sz="2100">
                <a:solidFill>
                  <a:srgbClr val="E71224"/>
                </a:solidFill>
              </a:rPr>
              <a:t>S</a:t>
            </a:r>
            <a:r>
              <a:rPr lang="en-GB" sz="2100" baseline="-25000">
                <a:solidFill>
                  <a:srgbClr val="E71224"/>
                </a:solidFill>
              </a:rPr>
              <a:t>2</a:t>
            </a:r>
          </a:p>
        </p:txBody>
      </p:sp>
      <p:sp>
        <p:nvSpPr>
          <p:cNvPr id="41" name="Tekstiruutu 40">
            <a:extLst>
              <a:ext uri="{FF2B5EF4-FFF2-40B4-BE49-F238E27FC236}">
                <a16:creationId xmlns:a16="http://schemas.microsoft.com/office/drawing/2014/main" id="{53867EA8-A462-4331-AEE1-720720E80E3A}"/>
              </a:ext>
            </a:extLst>
          </p:cNvPr>
          <p:cNvSpPr txBox="1"/>
          <p:nvPr/>
        </p:nvSpPr>
        <p:spPr>
          <a:xfrm>
            <a:off x="10739433" y="4454745"/>
            <a:ext cx="455573" cy="400110"/>
          </a:xfrm>
          <a:prstGeom prst="rect">
            <a:avLst/>
          </a:prstGeom>
          <a:noFill/>
        </p:spPr>
        <p:txBody>
          <a:bodyPr wrap="none" rtlCol="0" anchor="ctr" anchorCtr="1">
            <a:spAutoFit/>
          </a:bodyPr>
          <a:lstStyle/>
          <a:p>
            <a:pPr algn="ctr"/>
            <a:r>
              <a:rPr lang="en-GB" sz="2000">
                <a:solidFill>
                  <a:srgbClr val="000000"/>
                </a:solidFill>
              </a:rPr>
              <a:t>D</a:t>
            </a:r>
            <a:r>
              <a:rPr lang="en-GB" sz="2000" baseline="-25000">
                <a:solidFill>
                  <a:srgbClr val="000000"/>
                </a:solidFill>
              </a:rPr>
              <a:t>1</a:t>
            </a:r>
          </a:p>
        </p:txBody>
      </p:sp>
      <p:sp>
        <p:nvSpPr>
          <p:cNvPr id="8" name="Suora yhdysviiva 7">
            <a:extLst>
              <a:ext uri="{FF2B5EF4-FFF2-40B4-BE49-F238E27FC236}">
                <a16:creationId xmlns:a16="http://schemas.microsoft.com/office/drawing/2014/main" id="{CE4DE6BF-9814-4BA0-A80D-8920D56D22C6}"/>
              </a:ext>
            </a:extLst>
          </p:cNvPr>
          <p:cNvSpPr/>
          <p:nvPr/>
        </p:nvSpPr>
        <p:spPr>
          <a:xfrm rot="2178110">
            <a:off x="6719759" y="3301740"/>
            <a:ext cx="4389120" cy="0"/>
          </a:xfrm>
          <a:prstGeom prst="line">
            <a:avLst/>
          </a:prstGeom>
          <a:solidFill>
            <a:srgbClr val="000000">
              <a:alpha val="5000"/>
            </a:srgbClr>
          </a:solidFill>
          <a:ln w="18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de-DE">
              <a:solidFill>
                <a:srgbClr val="000000"/>
              </a:solidFill>
            </a:endParaRPr>
          </a:p>
        </p:txBody>
      </p:sp>
      <p:sp>
        <p:nvSpPr>
          <p:cNvPr id="10" name="Lige forbindelse 9">
            <a:extLst>
              <a:ext uri="{FF2B5EF4-FFF2-40B4-BE49-F238E27FC236}">
                <a16:creationId xmlns:a16="http://schemas.microsoft.com/office/drawing/2014/main" id="{86363676-6DD3-4EF7-991E-4D5744EFE4D9}"/>
              </a:ext>
            </a:extLst>
          </p:cNvPr>
          <p:cNvSpPr/>
          <p:nvPr/>
        </p:nvSpPr>
        <p:spPr>
          <a:xfrm rot="2200503">
            <a:off x="6524459" y="3662511"/>
            <a:ext cx="4253724" cy="14386"/>
          </a:xfrm>
          <a:prstGeom prst="line">
            <a:avLst/>
          </a:prstGeom>
          <a:solidFill>
            <a:srgbClr val="E71224">
              <a:alpha val="5000"/>
            </a:srgbClr>
          </a:solidFill>
          <a:ln w="18000">
            <a:solidFill>
              <a:srgbClr val="E71224"/>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de-DE">
              <a:solidFill>
                <a:srgbClr val="E71224"/>
              </a:solidFill>
            </a:endParaRPr>
          </a:p>
        </p:txBody>
      </p:sp>
      <p:sp>
        <p:nvSpPr>
          <p:cNvPr id="20" name="TekstSylinder 19">
            <a:extLst>
              <a:ext uri="{FF2B5EF4-FFF2-40B4-BE49-F238E27FC236}">
                <a16:creationId xmlns:a16="http://schemas.microsoft.com/office/drawing/2014/main" id="{3235BE7E-6B98-472E-B0DB-AEAD4B05470F}"/>
              </a:ext>
            </a:extLst>
          </p:cNvPr>
          <p:cNvSpPr txBox="1"/>
          <p:nvPr/>
        </p:nvSpPr>
        <p:spPr>
          <a:xfrm>
            <a:off x="10394021" y="4845165"/>
            <a:ext cx="551886" cy="400110"/>
          </a:xfrm>
          <a:prstGeom prst="rect">
            <a:avLst/>
          </a:prstGeom>
          <a:noFill/>
        </p:spPr>
        <p:txBody>
          <a:bodyPr wrap="square" rtlCol="0" anchor="ctr" anchorCtr="1">
            <a:spAutoFit/>
          </a:bodyPr>
          <a:lstStyle/>
          <a:p>
            <a:pPr algn="ctr"/>
            <a:r>
              <a:rPr lang="en-GB" sz="2000">
                <a:solidFill>
                  <a:srgbClr val="E71224"/>
                </a:solidFill>
              </a:rPr>
              <a:t>D</a:t>
            </a:r>
            <a:r>
              <a:rPr lang="en-GB" sz="2000" baseline="-25000">
                <a:solidFill>
                  <a:srgbClr val="E71224"/>
                </a:solidFill>
              </a:rPr>
              <a:t>2</a:t>
            </a:r>
          </a:p>
        </p:txBody>
      </p:sp>
      <p:sp>
        <p:nvSpPr>
          <p:cNvPr id="11" name="Connecteur droit 10">
            <a:extLst>
              <a:ext uri="{FF2B5EF4-FFF2-40B4-BE49-F238E27FC236}">
                <a16:creationId xmlns:a16="http://schemas.microsoft.com/office/drawing/2014/main" id="{E0676BAD-346C-483C-8EFD-DBE72BDF4D62}"/>
              </a:ext>
            </a:extLst>
          </p:cNvPr>
          <p:cNvSpPr/>
          <p:nvPr/>
        </p:nvSpPr>
        <p:spPr>
          <a:xfrm rot="7681514">
            <a:off x="7455740" y="3709843"/>
            <a:ext cx="3613380" cy="10329"/>
          </a:xfrm>
          <a:prstGeom prst="line">
            <a:avLst/>
          </a:prstGeom>
          <a:solidFill>
            <a:srgbClr val="E71224">
              <a:alpha val="5000"/>
            </a:srgbClr>
          </a:solidFill>
          <a:ln w="18000">
            <a:solidFill>
              <a:srgbClr val="E71224"/>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E71224"/>
              </a:solidFill>
            </a:endParaRPr>
          </a:p>
        </p:txBody>
      </p:sp>
      <p:sp>
        <p:nvSpPr>
          <p:cNvPr id="12" name="Lige forbindelse 11">
            <a:extLst>
              <a:ext uri="{FF2B5EF4-FFF2-40B4-BE49-F238E27FC236}">
                <a16:creationId xmlns:a16="http://schemas.microsoft.com/office/drawing/2014/main" id="{5E15AADF-2F73-44B7-AAF3-05F995482E27}"/>
              </a:ext>
            </a:extLst>
          </p:cNvPr>
          <p:cNvSpPr/>
          <p:nvPr/>
        </p:nvSpPr>
        <p:spPr>
          <a:xfrm rot="7697564">
            <a:off x="6796669" y="3371220"/>
            <a:ext cx="3657600" cy="0"/>
          </a:xfrm>
          <a:prstGeom prst="line">
            <a:avLst/>
          </a:prstGeom>
          <a:solidFill>
            <a:srgbClr val="000000">
              <a:alpha val="5000"/>
            </a:srgbClr>
          </a:solidFill>
          <a:ln w="18000">
            <a:solidFill>
              <a:srgbClr val="000000"/>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de-DE">
              <a:solidFill>
                <a:srgbClr val="000000"/>
              </a:solidFill>
            </a:endParaRPr>
          </a:p>
        </p:txBody>
      </p:sp>
    </p:spTree>
    <p:extLst>
      <p:ext uri="{BB962C8B-B14F-4D97-AF65-F5344CB8AC3E}">
        <p14:creationId xmlns:p14="http://schemas.microsoft.com/office/powerpoint/2010/main" val="2846486594"/>
      </p:ext>
    </p:extLst>
  </p:cSld>
  <p:clrMapOvr>
    <a:masterClrMapping/>
  </p:clrMapOvr>
  <p:transition spd="slow">
    <p:pull dir="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C5E5F728-61F7-474C-8A93-1B91DD73B34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a:extLst>
              <a:ext uri="{FF2B5EF4-FFF2-40B4-BE49-F238E27FC236}">
                <a16:creationId xmlns:a16="http://schemas.microsoft.com/office/drawing/2014/main" id="{BFA986F5-AC31-4B55-9D89-11856771C9B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a:extLst>
              <a:ext uri="{FF2B5EF4-FFF2-40B4-BE49-F238E27FC236}">
                <a16:creationId xmlns:a16="http://schemas.microsoft.com/office/drawing/2014/main" id="{B764DD9F-6DFB-4AE8-8EA6-012A0EC2ED66}"/>
              </a:ext>
            </a:extLst>
          </p:cNvPr>
          <p:cNvSpPr>
            <a:spLocks noGrp="1"/>
          </p:cNvSpPr>
          <p:nvPr>
            <p:ph type="title"/>
          </p:nvPr>
        </p:nvSpPr>
        <p:spPr/>
        <p:txBody>
          <a:bodyPr/>
          <a:lstStyle/>
          <a:p>
            <a:r>
              <a:rPr lang="en-GB" altLang="en-US"/>
              <a:t>Demand and Supply </a:t>
            </a:r>
          </a:p>
        </p:txBody>
      </p:sp>
      <p:sp>
        <p:nvSpPr>
          <p:cNvPr id="377861" name="Rectangle 5">
            <a:extLst>
              <a:ext uri="{FF2B5EF4-FFF2-40B4-BE49-F238E27FC236}">
                <a16:creationId xmlns:a16="http://schemas.microsoft.com/office/drawing/2014/main" id="{909B7F4F-F253-45CE-9453-DB3D7D5B309C}"/>
              </a:ext>
            </a:extLst>
          </p:cNvPr>
          <p:cNvSpPr>
            <a:spLocks noGrp="1"/>
          </p:cNvSpPr>
          <p:nvPr>
            <p:ph sz="quarter" idx="1"/>
          </p:nvPr>
        </p:nvSpPr>
        <p:spPr>
          <a:xfrm>
            <a:off x="402336" y="1527047"/>
            <a:ext cx="11338560" cy="4814117"/>
          </a:xfrm>
        </p:spPr>
        <p:txBody>
          <a:bodyPr vert="horz" lIns="91440" tIns="45720" rIns="91440" bIns="45720" rtlCol="0" anchor="t">
            <a:normAutofit/>
          </a:bodyPr>
          <a:lstStyle/>
          <a:p>
            <a:pPr>
              <a:spcBef>
                <a:spcPts val="1200"/>
              </a:spcBef>
            </a:pPr>
            <a:r>
              <a:rPr lang="en-GB" altLang="en-US" sz="2200">
                <a:highlight>
                  <a:srgbClr val="FFFF00"/>
                </a:highlight>
                <a:latin typeface="Calibri" panose="020F0502020204030204" pitchFamily="34" charset="0"/>
                <a:cs typeface="Calibri" panose="020F0502020204030204" pitchFamily="34" charset="0"/>
              </a:rPr>
              <a:t>Activity – check your understanding by attempting the following multiple-choice question:</a:t>
            </a:r>
          </a:p>
          <a:p>
            <a:pPr>
              <a:spcBef>
                <a:spcPts val="1200"/>
              </a:spcBef>
            </a:pPr>
            <a:endParaRPr lang="en-GB" altLang="en-US" sz="2200">
              <a:latin typeface="Calibri" panose="020F0502020204030204" pitchFamily="34" charset="0"/>
              <a:cs typeface="Calibri" panose="020F0502020204030204" pitchFamily="34" charset="0"/>
            </a:endParaRPr>
          </a:p>
          <a:p>
            <a:pPr>
              <a:spcBef>
                <a:spcPts val="1200"/>
              </a:spcBef>
            </a:pPr>
            <a:r>
              <a:rPr lang="en-GB" altLang="en-US" sz="2200">
                <a:latin typeface="Calibri" panose="020F0502020204030204" pitchFamily="34" charset="0"/>
                <a:cs typeface="Calibri" panose="020F0502020204030204" pitchFamily="34" charset="0"/>
              </a:rPr>
              <a:t>What is the likely outcome of disruptions to shipping routes in the Red Sea on the supply of oil? Hint – it makes it slower and more difficult to get oil to different locations, effectively reducing supply.</a:t>
            </a:r>
          </a:p>
          <a:p>
            <a:pPr lvl="1">
              <a:spcBef>
                <a:spcPts val="1200"/>
              </a:spcBef>
            </a:pPr>
            <a:r>
              <a:rPr lang="en-GB" altLang="en-US" sz="2200">
                <a:latin typeface="Calibri" panose="020F0502020204030204" pitchFamily="34" charset="0"/>
                <a:cs typeface="Calibri" panose="020F0502020204030204" pitchFamily="34" charset="0"/>
              </a:rPr>
              <a:t>(A) A leftward shift in the supply curve and a fall in the equilibrium price of oil</a:t>
            </a:r>
          </a:p>
          <a:p>
            <a:pPr lvl="1">
              <a:spcBef>
                <a:spcPts val="1200"/>
              </a:spcBef>
            </a:pPr>
            <a:r>
              <a:rPr lang="en-GB" altLang="en-US" sz="2200">
                <a:latin typeface="Calibri" panose="020F0502020204030204" pitchFamily="34" charset="0"/>
                <a:cs typeface="Calibri" panose="020F0502020204030204" pitchFamily="34" charset="0"/>
              </a:rPr>
              <a:t>(B) A rightward shift in the supply curve and a fall in the equilibrium price of oil</a:t>
            </a:r>
          </a:p>
          <a:p>
            <a:pPr lvl="1">
              <a:spcBef>
                <a:spcPts val="1200"/>
              </a:spcBef>
            </a:pPr>
            <a:r>
              <a:rPr lang="en-GB" altLang="en-US" sz="2200">
                <a:latin typeface="Calibri"/>
                <a:ea typeface="Calibri"/>
                <a:cs typeface="Calibri"/>
              </a:rPr>
              <a:t>(C) </a:t>
            </a:r>
            <a:r>
              <a:rPr lang="en-GB" altLang="en-US" sz="2200">
                <a:solidFill>
                  <a:srgbClr val="FF0000"/>
                </a:solidFill>
                <a:latin typeface="Calibri"/>
                <a:ea typeface="Calibri"/>
                <a:cs typeface="Calibri"/>
              </a:rPr>
              <a:t>A leftward shift in the supply curve and an increase in the equilibrium price of oil</a:t>
            </a:r>
          </a:p>
          <a:p>
            <a:pPr lvl="1">
              <a:spcBef>
                <a:spcPts val="1200"/>
              </a:spcBef>
            </a:pPr>
            <a:r>
              <a:rPr lang="en-GB" altLang="en-US" sz="2200">
                <a:latin typeface="Calibri" panose="020F0502020204030204" pitchFamily="34" charset="0"/>
                <a:cs typeface="Calibri" panose="020F0502020204030204" pitchFamily="34" charset="0"/>
              </a:rPr>
              <a:t>(D) A movement down the supply curve and an increase in price</a:t>
            </a:r>
          </a:p>
        </p:txBody>
      </p:sp>
    </p:spTree>
    <p:extLst>
      <p:ext uri="{BB962C8B-B14F-4D97-AF65-F5344CB8AC3E}">
        <p14:creationId xmlns:p14="http://schemas.microsoft.com/office/powerpoint/2010/main" val="169564884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2" end="2"/>
                                            </p:txEl>
                                          </p:spTgt>
                                        </p:tgtEl>
                                        <p:attrNameLst>
                                          <p:attrName>style.visibility</p:attrName>
                                        </p:attrNameLst>
                                      </p:cBhvr>
                                      <p:to>
                                        <p:strVal val="visible"/>
                                      </p:to>
                                    </p:set>
                                    <p:anim calcmode="lin" valueType="num">
                                      <p:cBhvr additive="base">
                                        <p:cTn id="13"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3" end="3"/>
                                            </p:txEl>
                                          </p:spTgt>
                                        </p:tgtEl>
                                        <p:attrNameLst>
                                          <p:attrName>style.visibility</p:attrName>
                                        </p:attrNameLst>
                                      </p:cBhvr>
                                      <p:to>
                                        <p:strVal val="visible"/>
                                      </p:to>
                                    </p:set>
                                    <p:anim calcmode="lin" valueType="num">
                                      <p:cBhvr additive="base">
                                        <p:cTn id="19"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4" end="4"/>
                                            </p:txEl>
                                          </p:spTgt>
                                        </p:tgtEl>
                                        <p:attrNameLst>
                                          <p:attrName>style.visibility</p:attrName>
                                        </p:attrNameLst>
                                      </p:cBhvr>
                                      <p:to>
                                        <p:strVal val="visible"/>
                                      </p:to>
                                    </p:set>
                                    <p:anim calcmode="lin" valueType="num">
                                      <p:cBhvr additive="base">
                                        <p:cTn id="25"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7861">
                                            <p:txEl>
                                              <p:pRg st="5" end="5"/>
                                            </p:txEl>
                                          </p:spTgt>
                                        </p:tgtEl>
                                        <p:attrNameLst>
                                          <p:attrName>style.visibility</p:attrName>
                                        </p:attrNameLst>
                                      </p:cBhvr>
                                      <p:to>
                                        <p:strVal val="visible"/>
                                      </p:to>
                                    </p:set>
                                    <p:anim calcmode="lin" valueType="num">
                                      <p:cBhvr additive="base">
                                        <p:cTn id="31" dur="500"/>
                                        <p:tgtEl>
                                          <p:spTgt spid="37786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6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7861">
                                            <p:txEl>
                                              <p:pRg st="6" end="6"/>
                                            </p:txEl>
                                          </p:spTgt>
                                        </p:tgtEl>
                                        <p:attrNameLst>
                                          <p:attrName>style.visibility</p:attrName>
                                        </p:attrNameLst>
                                      </p:cBhvr>
                                      <p:to>
                                        <p:strVal val="visible"/>
                                      </p:to>
                                    </p:set>
                                    <p:anim calcmode="lin" valueType="num">
                                      <p:cBhvr additive="base">
                                        <p:cTn id="37" dur="500"/>
                                        <p:tgtEl>
                                          <p:spTgt spid="37786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78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2"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C5E5F728-61F7-474C-8A93-1B91DD73B34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a:extLst>
              <a:ext uri="{FF2B5EF4-FFF2-40B4-BE49-F238E27FC236}">
                <a16:creationId xmlns:a16="http://schemas.microsoft.com/office/drawing/2014/main" id="{BFA986F5-AC31-4B55-9D89-11856771C9B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a:extLst>
              <a:ext uri="{FF2B5EF4-FFF2-40B4-BE49-F238E27FC236}">
                <a16:creationId xmlns:a16="http://schemas.microsoft.com/office/drawing/2014/main" id="{B764DD9F-6DFB-4AE8-8EA6-012A0EC2ED66}"/>
              </a:ext>
            </a:extLst>
          </p:cNvPr>
          <p:cNvSpPr>
            <a:spLocks noGrp="1"/>
          </p:cNvSpPr>
          <p:nvPr>
            <p:ph type="title"/>
          </p:nvPr>
        </p:nvSpPr>
        <p:spPr/>
        <p:txBody>
          <a:bodyPr/>
          <a:lstStyle/>
          <a:p>
            <a:r>
              <a:rPr lang="en-GB" altLang="en-US"/>
              <a:t>Demand and Supply </a:t>
            </a:r>
          </a:p>
        </p:txBody>
      </p:sp>
      <p:sp>
        <p:nvSpPr>
          <p:cNvPr id="377861" name="Rectangle 5">
            <a:extLst>
              <a:ext uri="{FF2B5EF4-FFF2-40B4-BE49-F238E27FC236}">
                <a16:creationId xmlns:a16="http://schemas.microsoft.com/office/drawing/2014/main" id="{909B7F4F-F253-45CE-9453-DB3D7D5B309C}"/>
              </a:ext>
            </a:extLst>
          </p:cNvPr>
          <p:cNvSpPr>
            <a:spLocks noGrp="1"/>
          </p:cNvSpPr>
          <p:nvPr>
            <p:ph sz="quarter" idx="1"/>
          </p:nvPr>
        </p:nvSpPr>
        <p:spPr>
          <a:xfrm>
            <a:off x="396656" y="1527047"/>
            <a:ext cx="11602670" cy="4814117"/>
          </a:xfrm>
        </p:spPr>
        <p:txBody>
          <a:bodyPr vert="horz" lIns="91440" tIns="45720" rIns="91440" bIns="45720" rtlCol="0" anchor="t">
            <a:normAutofit/>
          </a:bodyPr>
          <a:lstStyle/>
          <a:p>
            <a:pPr>
              <a:spcBef>
                <a:spcPts val="1200"/>
              </a:spcBef>
            </a:pPr>
            <a:r>
              <a:rPr lang="en-GB" altLang="en-US" sz="2100">
                <a:highlight>
                  <a:srgbClr val="FFFF00"/>
                </a:highlight>
                <a:latin typeface="Calibri" panose="020F0502020204030204" pitchFamily="34" charset="0"/>
                <a:cs typeface="Calibri" panose="020F0502020204030204" pitchFamily="34" charset="0"/>
              </a:rPr>
              <a:t>Activity – check your understanding by attempting the following multiple-choice question:</a:t>
            </a:r>
          </a:p>
          <a:p>
            <a:pPr>
              <a:spcBef>
                <a:spcPts val="1200"/>
              </a:spcBef>
            </a:pPr>
            <a:endParaRPr lang="en-GB" altLang="en-US" sz="2100">
              <a:latin typeface="Calibri" panose="020F0502020204030204" pitchFamily="34" charset="0"/>
              <a:cs typeface="Calibri" panose="020F0502020204030204" pitchFamily="34" charset="0"/>
            </a:endParaRPr>
          </a:p>
          <a:p>
            <a:pPr>
              <a:spcBef>
                <a:spcPts val="1200"/>
              </a:spcBef>
            </a:pPr>
            <a:r>
              <a:rPr lang="en-GB" altLang="en-US" sz="2100">
                <a:latin typeface="Calibri" panose="020F0502020204030204" pitchFamily="34" charset="0"/>
                <a:cs typeface="Calibri" panose="020F0502020204030204" pitchFamily="34" charset="0"/>
              </a:rPr>
              <a:t>What is the likely outcome, if a product (such as the Stanley Quencher tumbler), is promoted by a group of popular social influencers? </a:t>
            </a:r>
          </a:p>
          <a:p>
            <a:pPr lvl="1">
              <a:spcBef>
                <a:spcPts val="1200"/>
              </a:spcBef>
            </a:pPr>
            <a:r>
              <a:rPr lang="en-GB" altLang="en-US" sz="2100">
                <a:latin typeface="Calibri" panose="020F0502020204030204" pitchFamily="34" charset="0"/>
                <a:cs typeface="Calibri" panose="020F0502020204030204" pitchFamily="34" charset="0"/>
              </a:rPr>
              <a:t>(A) A rightward shift in the demand curve and a fall in the equilibrium price</a:t>
            </a:r>
          </a:p>
          <a:p>
            <a:pPr lvl="1">
              <a:spcBef>
                <a:spcPts val="1200"/>
              </a:spcBef>
            </a:pPr>
            <a:r>
              <a:rPr lang="en-GB" altLang="en-US" sz="2100">
                <a:latin typeface="Calibri"/>
                <a:ea typeface="Calibri"/>
                <a:cs typeface="Calibri"/>
              </a:rPr>
              <a:t>(B)</a:t>
            </a:r>
            <a:r>
              <a:rPr lang="en-GB" altLang="en-US" sz="2100">
                <a:solidFill>
                  <a:srgbClr val="FF0000"/>
                </a:solidFill>
                <a:latin typeface="Calibri"/>
                <a:ea typeface="Calibri"/>
                <a:cs typeface="Calibri"/>
              </a:rPr>
              <a:t> A rightward shift in the demand curve and an increase in the equilibrium price</a:t>
            </a:r>
          </a:p>
          <a:p>
            <a:pPr lvl="1">
              <a:spcBef>
                <a:spcPts val="1200"/>
              </a:spcBef>
            </a:pPr>
            <a:r>
              <a:rPr lang="en-GB" altLang="en-US" sz="2100">
                <a:latin typeface="Calibri" panose="020F0502020204030204" pitchFamily="34" charset="0"/>
                <a:cs typeface="Calibri" panose="020F0502020204030204" pitchFamily="34" charset="0"/>
              </a:rPr>
              <a:t>(C) A leftwards shift in the supply curve and an increase in the equilibrium price</a:t>
            </a:r>
          </a:p>
          <a:p>
            <a:pPr lvl="1">
              <a:spcBef>
                <a:spcPts val="1200"/>
              </a:spcBef>
            </a:pPr>
            <a:r>
              <a:rPr lang="en-GB" altLang="en-US" sz="2100">
                <a:latin typeface="Calibri" panose="020F0502020204030204" pitchFamily="34" charset="0"/>
                <a:cs typeface="Calibri" panose="020F0502020204030204" pitchFamily="34" charset="0"/>
              </a:rPr>
              <a:t>(D) A movement up the demand curve and an increase in price</a:t>
            </a:r>
          </a:p>
          <a:p>
            <a:pPr marL="274320" lvl="1" indent="0">
              <a:spcBef>
                <a:spcPts val="1200"/>
              </a:spcBef>
              <a:buNone/>
            </a:pPr>
            <a:endParaRPr lang="en-GB" altLang="en-US" sz="1800">
              <a:cs typeface="Helvetica" pitchFamily="2" charset="0"/>
            </a:endParaRPr>
          </a:p>
          <a:p>
            <a:pPr marL="274320" lvl="1" indent="0">
              <a:spcBef>
                <a:spcPts val="1200"/>
              </a:spcBef>
              <a:buNone/>
            </a:pPr>
            <a:endParaRPr lang="en-GB" altLang="en-US" sz="1800">
              <a:cs typeface="Helvetica" pitchFamily="2" charset="0"/>
            </a:endParaRPr>
          </a:p>
        </p:txBody>
      </p:sp>
      <p:pic>
        <p:nvPicPr>
          <p:cNvPr id="3" name="Picture 2">
            <a:extLst>
              <a:ext uri="{FF2B5EF4-FFF2-40B4-BE49-F238E27FC236}">
                <a16:creationId xmlns:a16="http://schemas.microsoft.com/office/drawing/2014/main" id="{4BC3AD34-73D1-E12D-F8C9-3BA9DD0929C0}"/>
              </a:ext>
            </a:extLst>
          </p:cNvPr>
          <p:cNvPicPr>
            <a:picLocks noChangeAspect="1"/>
          </p:cNvPicPr>
          <p:nvPr/>
        </p:nvPicPr>
        <p:blipFill>
          <a:blip r:embed="rId3"/>
          <a:stretch>
            <a:fillRect/>
          </a:stretch>
        </p:blipFill>
        <p:spPr>
          <a:xfrm>
            <a:off x="10079726" y="2824271"/>
            <a:ext cx="2085098" cy="2085098"/>
          </a:xfrm>
          <a:prstGeom prst="rect">
            <a:avLst/>
          </a:prstGeom>
        </p:spPr>
      </p:pic>
      <p:sp>
        <p:nvSpPr>
          <p:cNvPr id="4" name="TextBox 3">
            <a:extLst>
              <a:ext uri="{FF2B5EF4-FFF2-40B4-BE49-F238E27FC236}">
                <a16:creationId xmlns:a16="http://schemas.microsoft.com/office/drawing/2014/main" id="{D262AC98-EEC1-AF77-A5A5-B55A2357A832}"/>
              </a:ext>
            </a:extLst>
          </p:cNvPr>
          <p:cNvSpPr txBox="1"/>
          <p:nvPr/>
        </p:nvSpPr>
        <p:spPr>
          <a:xfrm>
            <a:off x="9446930" y="4921712"/>
            <a:ext cx="2709535" cy="400110"/>
          </a:xfrm>
          <a:prstGeom prst="rect">
            <a:avLst/>
          </a:prstGeom>
          <a:noFill/>
        </p:spPr>
        <p:txBody>
          <a:bodyPr wrap="square" rtlCol="0">
            <a:spAutoFit/>
          </a:bodyPr>
          <a:lstStyle/>
          <a:p>
            <a:r>
              <a:rPr lang="en-GB" sz="1000"/>
              <a:t>https://uk.stanley1913.com/products/adventure-quencher-h2-0-flowstate-tumbler-40-oz</a:t>
            </a:r>
          </a:p>
        </p:txBody>
      </p:sp>
      <p:sp>
        <p:nvSpPr>
          <p:cNvPr id="5" name="TextBox 4">
            <a:extLst>
              <a:ext uri="{FF2B5EF4-FFF2-40B4-BE49-F238E27FC236}">
                <a16:creationId xmlns:a16="http://schemas.microsoft.com/office/drawing/2014/main" id="{9FF1711F-BCCD-0471-19E1-C632676501E5}"/>
              </a:ext>
            </a:extLst>
          </p:cNvPr>
          <p:cNvSpPr txBox="1"/>
          <p:nvPr/>
        </p:nvSpPr>
        <p:spPr>
          <a:xfrm>
            <a:off x="391873" y="5426781"/>
            <a:ext cx="7462880" cy="646331"/>
          </a:xfrm>
          <a:prstGeom prst="rect">
            <a:avLst/>
          </a:prstGeom>
          <a:noFill/>
        </p:spPr>
        <p:txBody>
          <a:bodyPr wrap="square" rtlCol="0">
            <a:spAutoFit/>
          </a:bodyPr>
          <a:lstStyle/>
          <a:p>
            <a:pPr marL="274638" lvl="1" indent="0">
              <a:spcBef>
                <a:spcPts val="1200"/>
              </a:spcBef>
              <a:buNone/>
            </a:pPr>
            <a:r>
              <a:rPr lang="en-GB" altLang="en-US" sz="1800">
                <a:latin typeface="Calibri" panose="020F0502020204030204" pitchFamily="34" charset="0"/>
                <a:cs typeface="Calibri" panose="020F0502020204030204" pitchFamily="34" charset="0"/>
              </a:rPr>
              <a:t>Read more about this example: https://www.retaildive.com/news/stanley-quencher-tumblers-viral-success/699416/</a:t>
            </a:r>
          </a:p>
        </p:txBody>
      </p:sp>
    </p:spTree>
    <p:extLst>
      <p:ext uri="{BB962C8B-B14F-4D97-AF65-F5344CB8AC3E}">
        <p14:creationId xmlns:p14="http://schemas.microsoft.com/office/powerpoint/2010/main" val="3706298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2" end="2"/>
                                            </p:txEl>
                                          </p:spTgt>
                                        </p:tgtEl>
                                        <p:attrNameLst>
                                          <p:attrName>style.visibility</p:attrName>
                                        </p:attrNameLst>
                                      </p:cBhvr>
                                      <p:to>
                                        <p:strVal val="visible"/>
                                      </p:to>
                                    </p:set>
                                    <p:anim calcmode="lin" valueType="num">
                                      <p:cBhvr additive="base">
                                        <p:cTn id="13"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3" end="3"/>
                                            </p:txEl>
                                          </p:spTgt>
                                        </p:tgtEl>
                                        <p:attrNameLst>
                                          <p:attrName>style.visibility</p:attrName>
                                        </p:attrNameLst>
                                      </p:cBhvr>
                                      <p:to>
                                        <p:strVal val="visible"/>
                                      </p:to>
                                    </p:set>
                                    <p:anim calcmode="lin" valueType="num">
                                      <p:cBhvr additive="base">
                                        <p:cTn id="19"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4" end="4"/>
                                            </p:txEl>
                                          </p:spTgt>
                                        </p:tgtEl>
                                        <p:attrNameLst>
                                          <p:attrName>style.visibility</p:attrName>
                                        </p:attrNameLst>
                                      </p:cBhvr>
                                      <p:to>
                                        <p:strVal val="visible"/>
                                      </p:to>
                                    </p:set>
                                    <p:anim calcmode="lin" valueType="num">
                                      <p:cBhvr additive="base">
                                        <p:cTn id="25"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7861">
                                            <p:txEl>
                                              <p:pRg st="5" end="5"/>
                                            </p:txEl>
                                          </p:spTgt>
                                        </p:tgtEl>
                                        <p:attrNameLst>
                                          <p:attrName>style.visibility</p:attrName>
                                        </p:attrNameLst>
                                      </p:cBhvr>
                                      <p:to>
                                        <p:strVal val="visible"/>
                                      </p:to>
                                    </p:set>
                                    <p:anim calcmode="lin" valueType="num">
                                      <p:cBhvr additive="base">
                                        <p:cTn id="31" dur="500"/>
                                        <p:tgtEl>
                                          <p:spTgt spid="37786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6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7861">
                                            <p:txEl>
                                              <p:pRg st="6" end="6"/>
                                            </p:txEl>
                                          </p:spTgt>
                                        </p:tgtEl>
                                        <p:attrNameLst>
                                          <p:attrName>style.visibility</p:attrName>
                                        </p:attrNameLst>
                                      </p:cBhvr>
                                      <p:to>
                                        <p:strVal val="visible"/>
                                      </p:to>
                                    </p:set>
                                    <p:anim calcmode="lin" valueType="num">
                                      <p:cBhvr additive="base">
                                        <p:cTn id="37" dur="500"/>
                                        <p:tgtEl>
                                          <p:spTgt spid="37786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78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2"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95FF2783-D3E6-4AF0-BEE4-C7A38DDF978F}"/>
              </a:ext>
            </a:extLst>
          </p:cNvPr>
          <p:cNvSpPr>
            <a:spLocks noGrp="1" noChangeArrowheads="1"/>
          </p:cNvSpPr>
          <p:nvPr>
            <p:ph type="ctrTitle"/>
          </p:nvPr>
        </p:nvSpPr>
        <p:spPr/>
        <p:txBody>
          <a:bodyPr/>
          <a:lstStyle/>
          <a:p>
            <a:r>
              <a:rPr lang="en-GB" altLang="en-US"/>
              <a:t>The Working of</a:t>
            </a:r>
            <a:br>
              <a:rPr lang="en-GB" altLang="en-US"/>
            </a:br>
            <a:r>
              <a:rPr lang="en-GB" altLang="en-US"/>
              <a:t>Competitive Markets</a:t>
            </a:r>
          </a:p>
        </p:txBody>
      </p:sp>
      <p:sp>
        <p:nvSpPr>
          <p:cNvPr id="392195" name="Rectangle 3">
            <a:extLst>
              <a:ext uri="{FF2B5EF4-FFF2-40B4-BE49-F238E27FC236}">
                <a16:creationId xmlns:a16="http://schemas.microsoft.com/office/drawing/2014/main" id="{3C5FB295-D420-4F8A-8065-37D430A25E53}"/>
              </a:ext>
            </a:extLst>
          </p:cNvPr>
          <p:cNvSpPr>
            <a:spLocks noGrp="1" noChangeArrowheads="1"/>
          </p:cNvSpPr>
          <p:nvPr>
            <p:ph type="subTitle" idx="1"/>
          </p:nvPr>
        </p:nvSpPr>
        <p:spPr/>
        <p:txBody>
          <a:bodyPr/>
          <a:lstStyle/>
          <a:p>
            <a:r>
              <a:rPr lang="en-GB" altLang="en-US"/>
              <a:t>Markets where Prices are Controlled</a:t>
            </a:r>
          </a:p>
        </p:txBody>
      </p:sp>
    </p:spTree>
    <p:extLst>
      <p:ext uri="{BB962C8B-B14F-4D97-AF65-F5344CB8AC3E}">
        <p14:creationId xmlns:p14="http://schemas.microsoft.com/office/powerpoint/2010/main" val="3642279223"/>
      </p:ext>
    </p:extLst>
  </p:cSld>
  <p:clrMapOvr>
    <a:masterClrMapping/>
  </p:clrMapOvr>
  <p:transition spd="slow">
    <p:pull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6B9FA938-6D88-432C-B5C8-74A3A6D5B39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30000"/>
              </a:spcBef>
              <a:buClr>
                <a:srgbClr val="CE6312"/>
              </a:buClr>
              <a:buSzPct val="85000"/>
              <a:buFont typeface="Wingdings 2" panose="05020102010507070707" pitchFamily="18" charset="2"/>
              <a:buChar char=""/>
              <a:defRPr sz="3000">
                <a:solidFill>
                  <a:schemeClr val="tx1"/>
                </a:solidFill>
                <a:latin typeface="Arial" panose="020B0604020202020204" pitchFamily="34" charset="0"/>
              </a:defRPr>
            </a:lvl1pPr>
            <a:lvl2pPr marL="742950" indent="-285750">
              <a:lnSpc>
                <a:spcPct val="90000"/>
              </a:lnSpc>
              <a:spcBef>
                <a:spcPct val="30000"/>
              </a:spcBef>
              <a:buClr>
                <a:srgbClr val="BC9400"/>
              </a:buClr>
              <a:buSzPct val="70000"/>
              <a:buFont typeface="Wingdings" panose="05000000000000000000" pitchFamily="2" charset="2"/>
              <a:buChar char="¡"/>
              <a:defRPr sz="2600">
                <a:solidFill>
                  <a:srgbClr val="254612"/>
                </a:solidFill>
                <a:latin typeface="Arial" panose="020B0604020202020204" pitchFamily="34" charset="0"/>
              </a:defRPr>
            </a:lvl2pPr>
            <a:lvl3pPr marL="1143000" indent="-228600">
              <a:lnSpc>
                <a:spcPct val="90000"/>
              </a:lnSpc>
              <a:spcBef>
                <a:spcPct val="30000"/>
              </a:spcBef>
              <a:buClr>
                <a:srgbClr val="660066"/>
              </a:buClr>
              <a:buSzPct val="75000"/>
              <a:buFont typeface="Wingdings 2" panose="05020102010507070707" pitchFamily="18" charset="2"/>
              <a:buChar char="÷"/>
              <a:defRPr sz="2300">
                <a:solidFill>
                  <a:srgbClr val="525327"/>
                </a:solidFill>
                <a:latin typeface="Arial" panose="020B0604020202020204" pitchFamily="34" charset="0"/>
              </a:defRPr>
            </a:lvl3pPr>
            <a:lvl4pPr marL="1600200" indent="-228600">
              <a:lnSpc>
                <a:spcPct val="90000"/>
              </a:lnSpc>
              <a:spcBef>
                <a:spcPct val="30000"/>
              </a:spcBef>
              <a:buClr>
                <a:srgbClr val="704F2E"/>
              </a:buClr>
              <a:buSzPct val="65000"/>
              <a:buFont typeface="Wingdings 2" panose="05020102010507070707" pitchFamily="18" charset="2"/>
              <a:buChar char=""/>
              <a:defRPr sz="2100">
                <a:solidFill>
                  <a:srgbClr val="4A4D45"/>
                </a:solidFill>
                <a:latin typeface="Arial" panose="020B0604020202020204" pitchFamily="34" charset="0"/>
              </a:defRPr>
            </a:lvl4pPr>
            <a:lvl5pPr marL="2057400" indent="-228600">
              <a:lnSpc>
                <a:spcPct val="90000"/>
              </a:lnSpc>
              <a:spcBef>
                <a:spcPct val="30000"/>
              </a:spcBef>
              <a:buChar char="»"/>
              <a:defRPr sz="1600">
                <a:solidFill>
                  <a:schemeClr val="tx1"/>
                </a:solidFill>
                <a:latin typeface="Georgia" panose="02040502050405020303" pitchFamily="18" charset="0"/>
              </a:defRPr>
            </a:lvl5pPr>
            <a:lvl6pPr marL="25146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6pPr>
            <a:lvl7pPr marL="29718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7pPr>
            <a:lvl8pPr marL="34290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8pPr>
            <a:lvl9pPr marL="38862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9pPr>
          </a:lstStyle>
          <a:p>
            <a:pPr>
              <a:lnSpc>
                <a:spcPct val="100000"/>
              </a:lnSpc>
              <a:spcBef>
                <a:spcPct val="0"/>
              </a:spcBef>
              <a:buClrTx/>
              <a:buSzTx/>
              <a:buFontTx/>
              <a:buNone/>
            </a:pPr>
            <a:endParaRPr lang="en-US" altLang="en-US" sz="2400">
              <a:latin typeface="Times New Roman" panose="02020603050405020304" pitchFamily="18" charset="0"/>
            </a:endParaRPr>
          </a:p>
        </p:txBody>
      </p:sp>
      <p:sp>
        <p:nvSpPr>
          <p:cNvPr id="396291" name="Rectangle 3">
            <a:extLst>
              <a:ext uri="{FF2B5EF4-FFF2-40B4-BE49-F238E27FC236}">
                <a16:creationId xmlns:a16="http://schemas.microsoft.com/office/drawing/2014/main" id="{F3491D75-9017-4EAD-94A6-93C57728979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30000"/>
              </a:spcBef>
              <a:buClr>
                <a:srgbClr val="CE6312"/>
              </a:buClr>
              <a:buSzPct val="85000"/>
              <a:buFont typeface="Wingdings 2" panose="05020102010507070707" pitchFamily="18" charset="2"/>
              <a:buChar char=""/>
              <a:defRPr sz="3000">
                <a:solidFill>
                  <a:schemeClr val="tx1"/>
                </a:solidFill>
                <a:latin typeface="Arial" panose="020B0604020202020204" pitchFamily="34" charset="0"/>
              </a:defRPr>
            </a:lvl1pPr>
            <a:lvl2pPr marL="742950" indent="-285750">
              <a:lnSpc>
                <a:spcPct val="90000"/>
              </a:lnSpc>
              <a:spcBef>
                <a:spcPct val="30000"/>
              </a:spcBef>
              <a:buClr>
                <a:srgbClr val="BC9400"/>
              </a:buClr>
              <a:buSzPct val="70000"/>
              <a:buFont typeface="Wingdings" panose="05000000000000000000" pitchFamily="2" charset="2"/>
              <a:buChar char="¡"/>
              <a:defRPr sz="2600">
                <a:solidFill>
                  <a:srgbClr val="254612"/>
                </a:solidFill>
                <a:latin typeface="Arial" panose="020B0604020202020204" pitchFamily="34" charset="0"/>
              </a:defRPr>
            </a:lvl2pPr>
            <a:lvl3pPr marL="1143000" indent="-228600">
              <a:lnSpc>
                <a:spcPct val="90000"/>
              </a:lnSpc>
              <a:spcBef>
                <a:spcPct val="30000"/>
              </a:spcBef>
              <a:buClr>
                <a:srgbClr val="660066"/>
              </a:buClr>
              <a:buSzPct val="75000"/>
              <a:buFont typeface="Wingdings 2" panose="05020102010507070707" pitchFamily="18" charset="2"/>
              <a:buChar char="÷"/>
              <a:defRPr sz="2300">
                <a:solidFill>
                  <a:srgbClr val="525327"/>
                </a:solidFill>
                <a:latin typeface="Arial" panose="020B0604020202020204" pitchFamily="34" charset="0"/>
              </a:defRPr>
            </a:lvl3pPr>
            <a:lvl4pPr marL="1600200" indent="-228600">
              <a:lnSpc>
                <a:spcPct val="90000"/>
              </a:lnSpc>
              <a:spcBef>
                <a:spcPct val="30000"/>
              </a:spcBef>
              <a:buClr>
                <a:srgbClr val="704F2E"/>
              </a:buClr>
              <a:buSzPct val="65000"/>
              <a:buFont typeface="Wingdings 2" panose="05020102010507070707" pitchFamily="18" charset="2"/>
              <a:buChar char=""/>
              <a:defRPr sz="2100">
                <a:solidFill>
                  <a:srgbClr val="4A4D45"/>
                </a:solidFill>
                <a:latin typeface="Arial" panose="020B0604020202020204" pitchFamily="34" charset="0"/>
              </a:defRPr>
            </a:lvl4pPr>
            <a:lvl5pPr marL="2057400" indent="-228600">
              <a:lnSpc>
                <a:spcPct val="90000"/>
              </a:lnSpc>
              <a:spcBef>
                <a:spcPct val="30000"/>
              </a:spcBef>
              <a:buChar char="»"/>
              <a:defRPr sz="1600">
                <a:solidFill>
                  <a:schemeClr val="tx1"/>
                </a:solidFill>
                <a:latin typeface="Georgia" panose="02040502050405020303" pitchFamily="18" charset="0"/>
              </a:defRPr>
            </a:lvl5pPr>
            <a:lvl6pPr marL="25146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6pPr>
            <a:lvl7pPr marL="29718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7pPr>
            <a:lvl8pPr marL="34290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8pPr>
            <a:lvl9pPr marL="38862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9pPr>
          </a:lstStyle>
          <a:p>
            <a:pPr>
              <a:lnSpc>
                <a:spcPct val="100000"/>
              </a:lnSpc>
              <a:spcBef>
                <a:spcPct val="0"/>
              </a:spcBef>
              <a:buClrTx/>
              <a:buSzTx/>
              <a:buFontTx/>
              <a:buNone/>
            </a:pPr>
            <a:endParaRPr lang="en-US" altLang="en-US" sz="2400">
              <a:latin typeface="Times New Roman" panose="02020603050405020304" pitchFamily="18" charset="0"/>
            </a:endParaRPr>
          </a:p>
        </p:txBody>
      </p:sp>
      <p:sp>
        <p:nvSpPr>
          <p:cNvPr id="396294" name="Rectangle 6">
            <a:extLst>
              <a:ext uri="{FF2B5EF4-FFF2-40B4-BE49-F238E27FC236}">
                <a16:creationId xmlns:a16="http://schemas.microsoft.com/office/drawing/2014/main" id="{3018406E-44B1-4A19-A368-5AD447370903}"/>
              </a:ext>
            </a:extLst>
          </p:cNvPr>
          <p:cNvSpPr>
            <a:spLocks noGrp="1"/>
          </p:cNvSpPr>
          <p:nvPr>
            <p:ph type="title"/>
          </p:nvPr>
        </p:nvSpPr>
        <p:spPr>
          <a:xfrm>
            <a:off x="321357" y="194736"/>
            <a:ext cx="10515600" cy="861720"/>
          </a:xfrm>
        </p:spPr>
        <p:txBody>
          <a:bodyPr/>
          <a:lstStyle/>
          <a:p>
            <a:r>
              <a:rPr lang="en-GB" altLang="en-US"/>
              <a:t>Markets where Prices are Controlled</a:t>
            </a:r>
          </a:p>
        </p:txBody>
      </p:sp>
      <p:sp>
        <p:nvSpPr>
          <p:cNvPr id="396295" name="Rectangle 7">
            <a:extLst>
              <a:ext uri="{FF2B5EF4-FFF2-40B4-BE49-F238E27FC236}">
                <a16:creationId xmlns:a16="http://schemas.microsoft.com/office/drawing/2014/main" id="{C4B9E077-5B03-4F4B-8E81-83823BB79711}"/>
              </a:ext>
            </a:extLst>
          </p:cNvPr>
          <p:cNvSpPr>
            <a:spLocks noGrp="1"/>
          </p:cNvSpPr>
          <p:nvPr>
            <p:ph sz="quarter" idx="1"/>
          </p:nvPr>
        </p:nvSpPr>
        <p:spPr>
          <a:xfrm>
            <a:off x="391886" y="1163765"/>
            <a:ext cx="11279493" cy="4784300"/>
          </a:xfrm>
        </p:spPr>
        <p:txBody>
          <a:bodyPr/>
          <a:lstStyle/>
          <a:p>
            <a:pPr marL="0" indent="0">
              <a:lnSpc>
                <a:spcPct val="100000"/>
              </a:lnSpc>
              <a:spcBef>
                <a:spcPts val="600"/>
              </a:spcBef>
              <a:buNone/>
            </a:pPr>
            <a:r>
              <a:rPr lang="en-GB" altLang="en-US" sz="2000">
                <a:latin typeface="+mn-lt"/>
                <a:cs typeface="Helvetica" panose="020B0604020202020204" pitchFamily="34" charset="0"/>
              </a:rPr>
              <a:t>Over the years – general shift in economies across the world to a more market-based system that allows the market to work.</a:t>
            </a:r>
          </a:p>
          <a:p>
            <a:pPr>
              <a:lnSpc>
                <a:spcPct val="100000"/>
              </a:lnSpc>
              <a:spcBef>
                <a:spcPts val="600"/>
              </a:spcBef>
            </a:pPr>
            <a:r>
              <a:rPr lang="en-GB" altLang="en-US" sz="2000">
                <a:latin typeface="+mn-lt"/>
                <a:cs typeface="Helvetica" panose="020B0604020202020204" pitchFamily="34" charset="0"/>
              </a:rPr>
              <a:t>Leads to an efficient market</a:t>
            </a:r>
          </a:p>
          <a:p>
            <a:pPr>
              <a:lnSpc>
                <a:spcPct val="100000"/>
              </a:lnSpc>
              <a:spcBef>
                <a:spcPts val="600"/>
              </a:spcBef>
            </a:pPr>
            <a:r>
              <a:rPr lang="en-GB" altLang="en-US" sz="2000">
                <a:latin typeface="+mn-lt"/>
                <a:cs typeface="Helvetica" panose="020B0604020202020204" pitchFamily="34" charset="0"/>
              </a:rPr>
              <a:t>However, is there an argument against the price mechanism and in favour of government intervention to fix prices?</a:t>
            </a:r>
          </a:p>
          <a:p>
            <a:pPr>
              <a:lnSpc>
                <a:spcPct val="100000"/>
              </a:lnSpc>
              <a:spcBef>
                <a:spcPts val="600"/>
              </a:spcBef>
            </a:pPr>
            <a:r>
              <a:rPr lang="en-GB" altLang="en-US" sz="2000">
                <a:latin typeface="+mn-lt"/>
                <a:cs typeface="Helvetica" panose="020B0604020202020204" pitchFamily="34" charset="0"/>
              </a:rPr>
              <a:t>The equilibrium price is not necessarily the ‘best’ price.</a:t>
            </a:r>
          </a:p>
          <a:p>
            <a:pPr>
              <a:lnSpc>
                <a:spcPct val="100000"/>
              </a:lnSpc>
              <a:spcBef>
                <a:spcPts val="600"/>
              </a:spcBef>
            </a:pPr>
            <a:endParaRPr lang="en-GB" altLang="en-US" sz="2000">
              <a:latin typeface="+mn-lt"/>
              <a:cs typeface="Helvetica" panose="020B0604020202020204" pitchFamily="34" charset="0"/>
            </a:endParaRPr>
          </a:p>
          <a:p>
            <a:pPr>
              <a:lnSpc>
                <a:spcPct val="100000"/>
              </a:lnSpc>
              <a:spcBef>
                <a:spcPts val="600"/>
              </a:spcBef>
            </a:pPr>
            <a:r>
              <a:rPr lang="en-GB" altLang="en-US" sz="2000" b="1">
                <a:latin typeface="+mn-lt"/>
                <a:cs typeface="Helvetica" panose="020B0604020202020204" pitchFamily="34" charset="0"/>
              </a:rPr>
              <a:t>Minimum price (price floor) - when a price is set above the equilibrium</a:t>
            </a:r>
          </a:p>
          <a:p>
            <a:pPr marL="274638" lvl="1" indent="0">
              <a:lnSpc>
                <a:spcPct val="100000"/>
              </a:lnSpc>
              <a:spcBef>
                <a:spcPts val="600"/>
              </a:spcBef>
              <a:buNone/>
            </a:pPr>
            <a:endParaRPr lang="en-GB" altLang="en-US">
              <a:latin typeface="+mn-lt"/>
              <a:cs typeface="Helvetica" panose="020B0604020202020204" pitchFamily="34" charset="0"/>
            </a:endParaRPr>
          </a:p>
          <a:p>
            <a:pPr>
              <a:lnSpc>
                <a:spcPct val="100000"/>
              </a:lnSpc>
              <a:spcBef>
                <a:spcPts val="600"/>
              </a:spcBef>
            </a:pPr>
            <a:r>
              <a:rPr lang="en-GB" altLang="en-US" sz="2000" b="1">
                <a:latin typeface="+mn-lt"/>
                <a:cs typeface="Helvetica" panose="020B0604020202020204" pitchFamily="34" charset="0"/>
              </a:rPr>
              <a:t>Maximum price (price ceiling) - when a price is set below the equilibrium</a:t>
            </a:r>
          </a:p>
          <a:p>
            <a:pPr marL="457200" lvl="1" indent="0">
              <a:lnSpc>
                <a:spcPct val="90000"/>
              </a:lnSpc>
              <a:spcBef>
                <a:spcPts val="600"/>
              </a:spcBef>
              <a:buNone/>
            </a:pPr>
            <a:endParaRPr lang="en-GB" altLang="en-US">
              <a:latin typeface="+mn-lt"/>
              <a:cs typeface="Helvetica" panose="020B0604020202020204" pitchFamily="34" charset="0"/>
            </a:endParaRPr>
          </a:p>
        </p:txBody>
      </p:sp>
    </p:spTree>
    <p:extLst>
      <p:ext uri="{BB962C8B-B14F-4D97-AF65-F5344CB8AC3E}">
        <p14:creationId xmlns:p14="http://schemas.microsoft.com/office/powerpoint/2010/main" val="357992055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6295">
                                            <p:txEl>
                                              <p:pRg st="0" end="0"/>
                                            </p:txEl>
                                          </p:spTgt>
                                        </p:tgtEl>
                                        <p:attrNameLst>
                                          <p:attrName>style.visibility</p:attrName>
                                        </p:attrNameLst>
                                      </p:cBhvr>
                                      <p:to>
                                        <p:strVal val="visible"/>
                                      </p:to>
                                    </p:set>
                                    <p:anim calcmode="lin" valueType="num">
                                      <p:cBhvr additive="base">
                                        <p:cTn id="7" dur="500"/>
                                        <p:tgtEl>
                                          <p:spTgt spid="39629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629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6295">
                                            <p:txEl>
                                              <p:pRg st="1" end="1"/>
                                            </p:txEl>
                                          </p:spTgt>
                                        </p:tgtEl>
                                        <p:attrNameLst>
                                          <p:attrName>style.visibility</p:attrName>
                                        </p:attrNameLst>
                                      </p:cBhvr>
                                      <p:to>
                                        <p:strVal val="visible"/>
                                      </p:to>
                                    </p:set>
                                    <p:anim calcmode="lin" valueType="num">
                                      <p:cBhvr additive="base">
                                        <p:cTn id="13" dur="500"/>
                                        <p:tgtEl>
                                          <p:spTgt spid="39629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629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6295">
                                            <p:txEl>
                                              <p:pRg st="2" end="2"/>
                                            </p:txEl>
                                          </p:spTgt>
                                        </p:tgtEl>
                                        <p:attrNameLst>
                                          <p:attrName>style.visibility</p:attrName>
                                        </p:attrNameLst>
                                      </p:cBhvr>
                                      <p:to>
                                        <p:strVal val="visible"/>
                                      </p:to>
                                    </p:set>
                                    <p:anim calcmode="lin" valueType="num">
                                      <p:cBhvr additive="base">
                                        <p:cTn id="19" dur="500"/>
                                        <p:tgtEl>
                                          <p:spTgt spid="39629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629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6295">
                                            <p:txEl>
                                              <p:pRg st="3" end="3"/>
                                            </p:txEl>
                                          </p:spTgt>
                                        </p:tgtEl>
                                        <p:attrNameLst>
                                          <p:attrName>style.visibility</p:attrName>
                                        </p:attrNameLst>
                                      </p:cBhvr>
                                      <p:to>
                                        <p:strVal val="visible"/>
                                      </p:to>
                                    </p:set>
                                    <p:anim calcmode="lin" valueType="num">
                                      <p:cBhvr additive="base">
                                        <p:cTn id="25" dur="500"/>
                                        <p:tgtEl>
                                          <p:spTgt spid="39629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629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6295">
                                            <p:txEl>
                                              <p:pRg st="5" end="5"/>
                                            </p:txEl>
                                          </p:spTgt>
                                        </p:tgtEl>
                                        <p:attrNameLst>
                                          <p:attrName>style.visibility</p:attrName>
                                        </p:attrNameLst>
                                      </p:cBhvr>
                                      <p:to>
                                        <p:strVal val="visible"/>
                                      </p:to>
                                    </p:set>
                                    <p:anim calcmode="lin" valueType="num">
                                      <p:cBhvr additive="base">
                                        <p:cTn id="31" dur="500"/>
                                        <p:tgtEl>
                                          <p:spTgt spid="39629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629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6295">
                                            <p:txEl>
                                              <p:pRg st="7" end="7"/>
                                            </p:txEl>
                                          </p:spTgt>
                                        </p:tgtEl>
                                        <p:attrNameLst>
                                          <p:attrName>style.visibility</p:attrName>
                                        </p:attrNameLst>
                                      </p:cBhvr>
                                      <p:to>
                                        <p:strVal val="visible"/>
                                      </p:to>
                                    </p:set>
                                    <p:anim calcmode="lin" valueType="num">
                                      <p:cBhvr additive="base">
                                        <p:cTn id="37" dur="500"/>
                                        <p:tgtEl>
                                          <p:spTgt spid="396295">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62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5" grpId="0" build="p" bldLvl="3"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6B9FA938-6D88-432C-B5C8-74A3A6D5B39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30000"/>
              </a:spcBef>
              <a:buClr>
                <a:srgbClr val="CE6312"/>
              </a:buClr>
              <a:buSzPct val="85000"/>
              <a:buFont typeface="Wingdings 2" panose="05020102010507070707" pitchFamily="18" charset="2"/>
              <a:buChar char=""/>
              <a:defRPr sz="3000">
                <a:solidFill>
                  <a:schemeClr val="tx1"/>
                </a:solidFill>
                <a:latin typeface="Arial" panose="020B0604020202020204" pitchFamily="34" charset="0"/>
              </a:defRPr>
            </a:lvl1pPr>
            <a:lvl2pPr marL="742950" indent="-285750">
              <a:lnSpc>
                <a:spcPct val="90000"/>
              </a:lnSpc>
              <a:spcBef>
                <a:spcPct val="30000"/>
              </a:spcBef>
              <a:buClr>
                <a:srgbClr val="BC9400"/>
              </a:buClr>
              <a:buSzPct val="70000"/>
              <a:buFont typeface="Wingdings" panose="05000000000000000000" pitchFamily="2" charset="2"/>
              <a:buChar char="¡"/>
              <a:defRPr sz="2600">
                <a:solidFill>
                  <a:srgbClr val="254612"/>
                </a:solidFill>
                <a:latin typeface="Arial" panose="020B0604020202020204" pitchFamily="34" charset="0"/>
              </a:defRPr>
            </a:lvl2pPr>
            <a:lvl3pPr marL="1143000" indent="-228600">
              <a:lnSpc>
                <a:spcPct val="90000"/>
              </a:lnSpc>
              <a:spcBef>
                <a:spcPct val="30000"/>
              </a:spcBef>
              <a:buClr>
                <a:srgbClr val="660066"/>
              </a:buClr>
              <a:buSzPct val="75000"/>
              <a:buFont typeface="Wingdings 2" panose="05020102010507070707" pitchFamily="18" charset="2"/>
              <a:buChar char="÷"/>
              <a:defRPr sz="2300">
                <a:solidFill>
                  <a:srgbClr val="525327"/>
                </a:solidFill>
                <a:latin typeface="Arial" panose="020B0604020202020204" pitchFamily="34" charset="0"/>
              </a:defRPr>
            </a:lvl3pPr>
            <a:lvl4pPr marL="1600200" indent="-228600">
              <a:lnSpc>
                <a:spcPct val="90000"/>
              </a:lnSpc>
              <a:spcBef>
                <a:spcPct val="30000"/>
              </a:spcBef>
              <a:buClr>
                <a:srgbClr val="704F2E"/>
              </a:buClr>
              <a:buSzPct val="65000"/>
              <a:buFont typeface="Wingdings 2" panose="05020102010507070707" pitchFamily="18" charset="2"/>
              <a:buChar char=""/>
              <a:defRPr sz="2100">
                <a:solidFill>
                  <a:srgbClr val="4A4D45"/>
                </a:solidFill>
                <a:latin typeface="Arial" panose="020B0604020202020204" pitchFamily="34" charset="0"/>
              </a:defRPr>
            </a:lvl4pPr>
            <a:lvl5pPr marL="2057400" indent="-228600">
              <a:lnSpc>
                <a:spcPct val="90000"/>
              </a:lnSpc>
              <a:spcBef>
                <a:spcPct val="30000"/>
              </a:spcBef>
              <a:buChar char="»"/>
              <a:defRPr sz="1600">
                <a:solidFill>
                  <a:schemeClr val="tx1"/>
                </a:solidFill>
                <a:latin typeface="Georgia" panose="02040502050405020303" pitchFamily="18" charset="0"/>
              </a:defRPr>
            </a:lvl5pPr>
            <a:lvl6pPr marL="25146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6pPr>
            <a:lvl7pPr marL="29718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7pPr>
            <a:lvl8pPr marL="34290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8pPr>
            <a:lvl9pPr marL="38862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9pPr>
          </a:lstStyle>
          <a:p>
            <a:pPr>
              <a:lnSpc>
                <a:spcPct val="100000"/>
              </a:lnSpc>
              <a:spcBef>
                <a:spcPct val="0"/>
              </a:spcBef>
              <a:buClrTx/>
              <a:buSzTx/>
              <a:buFontTx/>
              <a:buNone/>
            </a:pPr>
            <a:endParaRPr lang="en-US" altLang="en-US" sz="2400">
              <a:latin typeface="Times New Roman" panose="02020603050405020304" pitchFamily="18" charset="0"/>
            </a:endParaRPr>
          </a:p>
        </p:txBody>
      </p:sp>
      <p:sp>
        <p:nvSpPr>
          <p:cNvPr id="396291" name="Rectangle 3">
            <a:extLst>
              <a:ext uri="{FF2B5EF4-FFF2-40B4-BE49-F238E27FC236}">
                <a16:creationId xmlns:a16="http://schemas.microsoft.com/office/drawing/2014/main" id="{F3491D75-9017-4EAD-94A6-93C57728979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30000"/>
              </a:spcBef>
              <a:buClr>
                <a:srgbClr val="CE6312"/>
              </a:buClr>
              <a:buSzPct val="85000"/>
              <a:buFont typeface="Wingdings 2" panose="05020102010507070707" pitchFamily="18" charset="2"/>
              <a:buChar char=""/>
              <a:defRPr sz="3000">
                <a:solidFill>
                  <a:schemeClr val="tx1"/>
                </a:solidFill>
                <a:latin typeface="Arial" panose="020B0604020202020204" pitchFamily="34" charset="0"/>
              </a:defRPr>
            </a:lvl1pPr>
            <a:lvl2pPr marL="742950" indent="-285750">
              <a:lnSpc>
                <a:spcPct val="90000"/>
              </a:lnSpc>
              <a:spcBef>
                <a:spcPct val="30000"/>
              </a:spcBef>
              <a:buClr>
                <a:srgbClr val="BC9400"/>
              </a:buClr>
              <a:buSzPct val="70000"/>
              <a:buFont typeface="Wingdings" panose="05000000000000000000" pitchFamily="2" charset="2"/>
              <a:buChar char="¡"/>
              <a:defRPr sz="2600">
                <a:solidFill>
                  <a:srgbClr val="254612"/>
                </a:solidFill>
                <a:latin typeface="Arial" panose="020B0604020202020204" pitchFamily="34" charset="0"/>
              </a:defRPr>
            </a:lvl2pPr>
            <a:lvl3pPr marL="1143000" indent="-228600">
              <a:lnSpc>
                <a:spcPct val="90000"/>
              </a:lnSpc>
              <a:spcBef>
                <a:spcPct val="30000"/>
              </a:spcBef>
              <a:buClr>
                <a:srgbClr val="660066"/>
              </a:buClr>
              <a:buSzPct val="75000"/>
              <a:buFont typeface="Wingdings 2" panose="05020102010507070707" pitchFamily="18" charset="2"/>
              <a:buChar char="÷"/>
              <a:defRPr sz="2300">
                <a:solidFill>
                  <a:srgbClr val="525327"/>
                </a:solidFill>
                <a:latin typeface="Arial" panose="020B0604020202020204" pitchFamily="34" charset="0"/>
              </a:defRPr>
            </a:lvl3pPr>
            <a:lvl4pPr marL="1600200" indent="-228600">
              <a:lnSpc>
                <a:spcPct val="90000"/>
              </a:lnSpc>
              <a:spcBef>
                <a:spcPct val="30000"/>
              </a:spcBef>
              <a:buClr>
                <a:srgbClr val="704F2E"/>
              </a:buClr>
              <a:buSzPct val="65000"/>
              <a:buFont typeface="Wingdings 2" panose="05020102010507070707" pitchFamily="18" charset="2"/>
              <a:buChar char=""/>
              <a:defRPr sz="2100">
                <a:solidFill>
                  <a:srgbClr val="4A4D45"/>
                </a:solidFill>
                <a:latin typeface="Arial" panose="020B0604020202020204" pitchFamily="34" charset="0"/>
              </a:defRPr>
            </a:lvl4pPr>
            <a:lvl5pPr marL="2057400" indent="-228600">
              <a:lnSpc>
                <a:spcPct val="90000"/>
              </a:lnSpc>
              <a:spcBef>
                <a:spcPct val="30000"/>
              </a:spcBef>
              <a:buChar char="»"/>
              <a:defRPr sz="1600">
                <a:solidFill>
                  <a:schemeClr val="tx1"/>
                </a:solidFill>
                <a:latin typeface="Georgia" panose="02040502050405020303" pitchFamily="18" charset="0"/>
              </a:defRPr>
            </a:lvl5pPr>
            <a:lvl6pPr marL="25146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6pPr>
            <a:lvl7pPr marL="29718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7pPr>
            <a:lvl8pPr marL="34290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8pPr>
            <a:lvl9pPr marL="3886200" indent="-228600" eaLnBrk="0" fontAlgn="base" hangingPunct="0">
              <a:lnSpc>
                <a:spcPct val="90000"/>
              </a:lnSpc>
              <a:spcBef>
                <a:spcPct val="30000"/>
              </a:spcBef>
              <a:spcAft>
                <a:spcPct val="0"/>
              </a:spcAft>
              <a:buChar char="»"/>
              <a:defRPr sz="1600">
                <a:solidFill>
                  <a:schemeClr val="tx1"/>
                </a:solidFill>
                <a:latin typeface="Georgia" panose="02040502050405020303" pitchFamily="18" charset="0"/>
              </a:defRPr>
            </a:lvl9pPr>
          </a:lstStyle>
          <a:p>
            <a:pPr>
              <a:lnSpc>
                <a:spcPct val="100000"/>
              </a:lnSpc>
              <a:spcBef>
                <a:spcPct val="0"/>
              </a:spcBef>
              <a:buClrTx/>
              <a:buSzTx/>
              <a:buFontTx/>
              <a:buNone/>
            </a:pPr>
            <a:endParaRPr lang="en-US" altLang="en-US" sz="2400">
              <a:latin typeface="Times New Roman" panose="02020603050405020304" pitchFamily="18" charset="0"/>
            </a:endParaRPr>
          </a:p>
        </p:txBody>
      </p:sp>
      <p:sp>
        <p:nvSpPr>
          <p:cNvPr id="396294" name="Rectangle 6">
            <a:extLst>
              <a:ext uri="{FF2B5EF4-FFF2-40B4-BE49-F238E27FC236}">
                <a16:creationId xmlns:a16="http://schemas.microsoft.com/office/drawing/2014/main" id="{3018406E-44B1-4A19-A368-5AD447370903}"/>
              </a:ext>
            </a:extLst>
          </p:cNvPr>
          <p:cNvSpPr>
            <a:spLocks noGrp="1"/>
          </p:cNvSpPr>
          <p:nvPr>
            <p:ph type="title"/>
          </p:nvPr>
        </p:nvSpPr>
        <p:spPr>
          <a:xfrm>
            <a:off x="838200" y="365126"/>
            <a:ext cx="5380856" cy="861720"/>
          </a:xfrm>
        </p:spPr>
        <p:txBody>
          <a:bodyPr>
            <a:normAutofit fontScale="90000"/>
          </a:bodyPr>
          <a:lstStyle/>
          <a:p>
            <a:r>
              <a:rPr lang="en-GB" altLang="en-US"/>
              <a:t>Markets where prices are controlled</a:t>
            </a:r>
          </a:p>
        </p:txBody>
      </p:sp>
      <p:pic>
        <p:nvPicPr>
          <p:cNvPr id="2" name="Content Placeholder 1">
            <a:extLst>
              <a:ext uri="{FF2B5EF4-FFF2-40B4-BE49-F238E27FC236}">
                <a16:creationId xmlns:a16="http://schemas.microsoft.com/office/drawing/2014/main" id="{06220612-ACC7-0614-7AD3-35A8F135FE08}"/>
              </a:ext>
            </a:extLst>
          </p:cNvPr>
          <p:cNvPicPr>
            <a:picLocks noGrp="1" noChangeAspect="1"/>
          </p:cNvPicPr>
          <p:nvPr>
            <p:ph sz="quarter" idx="1"/>
          </p:nvPr>
        </p:nvPicPr>
        <p:blipFill>
          <a:blip r:embed="rId3"/>
          <a:stretch>
            <a:fillRect/>
          </a:stretch>
        </p:blipFill>
        <p:spPr>
          <a:xfrm>
            <a:off x="834321" y="1593189"/>
            <a:ext cx="4953763" cy="3429528"/>
          </a:xfrm>
          <a:prstGeom prst="rect">
            <a:avLst/>
          </a:prstGeom>
        </p:spPr>
      </p:pic>
      <p:pic>
        <p:nvPicPr>
          <p:cNvPr id="3" name="Picture 2">
            <a:extLst>
              <a:ext uri="{FF2B5EF4-FFF2-40B4-BE49-F238E27FC236}">
                <a16:creationId xmlns:a16="http://schemas.microsoft.com/office/drawing/2014/main" id="{90407732-B97F-15D5-B126-5B5C3433C535}"/>
              </a:ext>
            </a:extLst>
          </p:cNvPr>
          <p:cNvPicPr>
            <a:picLocks noChangeAspect="1"/>
          </p:cNvPicPr>
          <p:nvPr/>
        </p:nvPicPr>
        <p:blipFill>
          <a:blip r:embed="rId4"/>
          <a:stretch>
            <a:fillRect/>
          </a:stretch>
        </p:blipFill>
        <p:spPr>
          <a:xfrm>
            <a:off x="6340042" y="602547"/>
            <a:ext cx="4953429" cy="3429297"/>
          </a:xfrm>
          <a:prstGeom prst="rect">
            <a:avLst/>
          </a:prstGeom>
        </p:spPr>
      </p:pic>
      <p:sp>
        <p:nvSpPr>
          <p:cNvPr id="4" name="TextBox 3">
            <a:extLst>
              <a:ext uri="{FF2B5EF4-FFF2-40B4-BE49-F238E27FC236}">
                <a16:creationId xmlns:a16="http://schemas.microsoft.com/office/drawing/2014/main" id="{4F07C8B9-0F63-96E8-D1E0-D6BBE63E3BDE}"/>
              </a:ext>
            </a:extLst>
          </p:cNvPr>
          <p:cNvSpPr txBox="1"/>
          <p:nvPr/>
        </p:nvSpPr>
        <p:spPr>
          <a:xfrm>
            <a:off x="553632" y="5119249"/>
            <a:ext cx="5600336" cy="1169551"/>
          </a:xfrm>
          <a:prstGeom prst="rect">
            <a:avLst/>
          </a:prstGeom>
          <a:noFill/>
        </p:spPr>
        <p:txBody>
          <a:bodyPr wrap="square" rtlCol="0">
            <a:spAutoFit/>
          </a:bodyPr>
          <a:lstStyle/>
          <a:p>
            <a:pPr marL="285750" indent="-285750">
              <a:buFont typeface="Arial" panose="020B0604020202020204" pitchFamily="34" charset="0"/>
              <a:buChar char="•"/>
            </a:pPr>
            <a:r>
              <a:rPr lang="en-GB" sz="1800">
                <a:latin typeface="+mn-lt"/>
              </a:rPr>
              <a:t>Minimum price for alcohol (UK)</a:t>
            </a:r>
          </a:p>
          <a:p>
            <a:pPr marL="285750" indent="-285750">
              <a:buFont typeface="Arial" panose="020B0604020202020204" pitchFamily="34" charset="0"/>
              <a:buChar char="•"/>
            </a:pPr>
            <a:r>
              <a:rPr lang="en-GB" sz="1800">
                <a:latin typeface="+mn-lt"/>
              </a:rPr>
              <a:t>Minimum wage</a:t>
            </a:r>
          </a:p>
          <a:p>
            <a:pPr marL="285750" indent="-285750">
              <a:buFont typeface="Arial" panose="020B0604020202020204" pitchFamily="34" charset="0"/>
              <a:buChar char="•"/>
            </a:pPr>
            <a:r>
              <a:rPr lang="en-GB" sz="1800">
                <a:latin typeface="+mn-lt"/>
              </a:rPr>
              <a:t>The EU has used minimum prices for agriculture</a:t>
            </a:r>
          </a:p>
          <a:p>
            <a:endParaRPr lang="en-GB" sz="1600">
              <a:latin typeface="+mn-lt"/>
            </a:endParaRPr>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D065B16-321A-BB26-B458-E1D27CD778C4}"/>
                  </a:ext>
                </a:extLst>
              </p14:cNvPr>
              <p14:cNvContentPartPr/>
              <p14:nvPr/>
            </p14:nvContentPartPr>
            <p14:xfrm>
              <a:off x="7589432" y="660107"/>
              <a:ext cx="804960" cy="169920"/>
            </p14:xfrm>
          </p:contentPart>
        </mc:Choice>
        <mc:Fallback xmlns="">
          <p:pic>
            <p:nvPicPr>
              <p:cNvPr id="5" name="Ink 4">
                <a:extLst>
                  <a:ext uri="{FF2B5EF4-FFF2-40B4-BE49-F238E27FC236}">
                    <a16:creationId xmlns:a16="http://schemas.microsoft.com/office/drawing/2014/main" id="{1D065B16-321A-BB26-B458-E1D27CD778C4}"/>
                  </a:ext>
                </a:extLst>
              </p:cNvPr>
              <p:cNvPicPr/>
              <p:nvPr/>
            </p:nvPicPr>
            <p:blipFill>
              <a:blip r:embed="rId6"/>
              <a:stretch>
                <a:fillRect/>
              </a:stretch>
            </p:blipFill>
            <p:spPr>
              <a:xfrm>
                <a:off x="7571432" y="642069"/>
                <a:ext cx="840600" cy="205636"/>
              </a:xfrm>
              <a:prstGeom prst="rect">
                <a:avLst/>
              </a:prstGeom>
            </p:spPr>
          </p:pic>
        </mc:Fallback>
      </mc:AlternateContent>
      <p:sp>
        <p:nvSpPr>
          <p:cNvPr id="7" name="TextBox 6">
            <a:extLst>
              <a:ext uri="{FF2B5EF4-FFF2-40B4-BE49-F238E27FC236}">
                <a16:creationId xmlns:a16="http://schemas.microsoft.com/office/drawing/2014/main" id="{CF738E03-1D00-E428-B755-73A937868793}"/>
              </a:ext>
            </a:extLst>
          </p:cNvPr>
          <p:cNvSpPr txBox="1"/>
          <p:nvPr/>
        </p:nvSpPr>
        <p:spPr>
          <a:xfrm>
            <a:off x="7436124" y="599314"/>
            <a:ext cx="1183579" cy="338554"/>
          </a:xfrm>
          <a:prstGeom prst="rect">
            <a:avLst/>
          </a:prstGeom>
          <a:noFill/>
        </p:spPr>
        <p:txBody>
          <a:bodyPr wrap="square" rtlCol="0">
            <a:spAutoFit/>
          </a:bodyPr>
          <a:lstStyle/>
          <a:p>
            <a:r>
              <a:rPr lang="en-GB" sz="1600" b="1">
                <a:solidFill>
                  <a:schemeClr val="accent6">
                    <a:lumMod val="50000"/>
                  </a:schemeClr>
                </a:solidFill>
              </a:rPr>
              <a:t>Maximum</a:t>
            </a:r>
          </a:p>
        </p:txBody>
      </p:sp>
      <p:sp>
        <p:nvSpPr>
          <p:cNvPr id="9" name="TextBox 8">
            <a:extLst>
              <a:ext uri="{FF2B5EF4-FFF2-40B4-BE49-F238E27FC236}">
                <a16:creationId xmlns:a16="http://schemas.microsoft.com/office/drawing/2014/main" id="{8AEC91D8-2FB7-EE00-3A9F-1D3B82414950}"/>
              </a:ext>
            </a:extLst>
          </p:cNvPr>
          <p:cNvSpPr txBox="1"/>
          <p:nvPr/>
        </p:nvSpPr>
        <p:spPr>
          <a:xfrm>
            <a:off x="6451287" y="4119505"/>
            <a:ext cx="5330079" cy="923330"/>
          </a:xfrm>
          <a:prstGeom prst="rect">
            <a:avLst/>
          </a:prstGeom>
          <a:noFill/>
        </p:spPr>
        <p:txBody>
          <a:bodyPr wrap="square" rtlCol="0">
            <a:spAutoFit/>
          </a:bodyPr>
          <a:lstStyle/>
          <a:p>
            <a:pPr marL="285750" indent="-285750">
              <a:buFont typeface="Arial" panose="020B0604020202020204" pitchFamily="34" charset="0"/>
              <a:buChar char="•"/>
            </a:pPr>
            <a:r>
              <a:rPr lang="en-GB" sz="1800">
                <a:latin typeface="+mn-lt"/>
              </a:rPr>
              <a:t>Rent caps</a:t>
            </a:r>
          </a:p>
          <a:p>
            <a:pPr marL="285750" indent="-285750">
              <a:buFont typeface="Arial" panose="020B0604020202020204" pitchFamily="34" charset="0"/>
              <a:buChar char="•"/>
            </a:pPr>
            <a:r>
              <a:rPr lang="en-GB" sz="1800">
                <a:latin typeface="+mn-lt"/>
              </a:rPr>
              <a:t>Food price caps during periods of war/rationing</a:t>
            </a:r>
          </a:p>
          <a:p>
            <a:pPr marL="285750" indent="-285750">
              <a:buFont typeface="Arial" panose="020B0604020202020204" pitchFamily="34" charset="0"/>
              <a:buChar char="•"/>
            </a:pPr>
            <a:r>
              <a:rPr lang="en-GB" sz="1800">
                <a:latin typeface="+mn-lt"/>
              </a:rPr>
              <a:t>Tickets for some football matches or concerts</a:t>
            </a:r>
          </a:p>
        </p:txBody>
      </p:sp>
    </p:spTree>
    <p:extLst>
      <p:ext uri="{BB962C8B-B14F-4D97-AF65-F5344CB8AC3E}">
        <p14:creationId xmlns:p14="http://schemas.microsoft.com/office/powerpoint/2010/main" val="213892584"/>
      </p:ext>
    </p:extLst>
  </p:cSld>
  <p:clrMapOvr>
    <a:masterClrMapping/>
  </p:clrMapOvr>
  <p:transition spd="slow">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5960BE32-0C99-48CA-88EB-C5EC1646FD1C}"/>
              </a:ext>
            </a:extLst>
          </p:cNvPr>
          <p:cNvSpPr>
            <a:spLocks noGrp="1" noChangeArrowheads="1"/>
          </p:cNvSpPr>
          <p:nvPr>
            <p:ph type="ctrTitle"/>
          </p:nvPr>
        </p:nvSpPr>
        <p:spPr/>
        <p:txBody>
          <a:bodyPr/>
          <a:lstStyle/>
          <a:p>
            <a:r>
              <a:rPr lang="en-GB" altLang="en-US"/>
              <a:t>Business in a Market Environment</a:t>
            </a:r>
          </a:p>
        </p:txBody>
      </p:sp>
      <p:sp>
        <p:nvSpPr>
          <p:cNvPr id="408579" name="Rectangle 3">
            <a:extLst>
              <a:ext uri="{FF2B5EF4-FFF2-40B4-BE49-F238E27FC236}">
                <a16:creationId xmlns:a16="http://schemas.microsoft.com/office/drawing/2014/main" id="{4FEEDCE9-1514-4E44-A912-E024C99F3B1F}"/>
              </a:ext>
            </a:extLst>
          </p:cNvPr>
          <p:cNvSpPr>
            <a:spLocks noGrp="1" noChangeArrowheads="1"/>
          </p:cNvSpPr>
          <p:nvPr>
            <p:ph type="subTitle" idx="1"/>
          </p:nvPr>
        </p:nvSpPr>
        <p:spPr/>
        <p:txBody>
          <a:bodyPr/>
          <a:lstStyle/>
          <a:p>
            <a:r>
              <a:rPr lang="en-GB" altLang="en-US"/>
              <a:t>Price Elasticity of Demand</a:t>
            </a:r>
          </a:p>
        </p:txBody>
      </p:sp>
    </p:spTree>
    <p:extLst>
      <p:ext uri="{BB962C8B-B14F-4D97-AF65-F5344CB8AC3E}">
        <p14:creationId xmlns:p14="http://schemas.microsoft.com/office/powerpoint/2010/main" val="341925195"/>
      </p:ext>
    </p:extLst>
  </p:cSld>
  <p:clrMapOvr>
    <a:masterClrMapping/>
  </p:clrMapOvr>
  <p:transition spd="slow">
    <p:pull dir="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a:xfrm>
            <a:off x="446307" y="228811"/>
            <a:ext cx="10515600" cy="861720"/>
          </a:xfrm>
        </p:spPr>
        <p:txBody>
          <a:bodyPr/>
          <a:lstStyle/>
          <a:p>
            <a:r>
              <a:rPr lang="en-GB" altLang="en-US" noProof="1"/>
              <a:t>Price Elasticity of Demand</a:t>
            </a:r>
          </a:p>
        </p:txBody>
      </p:sp>
      <p:pic>
        <p:nvPicPr>
          <p:cNvPr id="2" name="Content Placeholder 1">
            <a:extLst>
              <a:ext uri="{FF2B5EF4-FFF2-40B4-BE49-F238E27FC236}">
                <a16:creationId xmlns:a16="http://schemas.microsoft.com/office/drawing/2014/main" id="{718FA399-9769-A6DB-1B8A-2E88DE51D8CC}"/>
              </a:ext>
            </a:extLst>
          </p:cNvPr>
          <p:cNvPicPr>
            <a:picLocks noGrp="1" noChangeAspect="1"/>
          </p:cNvPicPr>
          <p:nvPr>
            <p:ph sz="quarter" idx="1"/>
          </p:nvPr>
        </p:nvPicPr>
        <p:blipFill>
          <a:blip r:embed="rId4"/>
          <a:stretch>
            <a:fillRect/>
          </a:stretch>
        </p:blipFill>
        <p:spPr>
          <a:xfrm>
            <a:off x="6097860" y="1227120"/>
            <a:ext cx="5794951" cy="4011889"/>
          </a:xfrm>
          <a:prstGeom prst="rect">
            <a:avLst/>
          </a:prstGeom>
        </p:spPr>
      </p:pic>
      <p:sp>
        <p:nvSpPr>
          <p:cNvPr id="3" name="TextBox 2">
            <a:extLst>
              <a:ext uri="{FF2B5EF4-FFF2-40B4-BE49-F238E27FC236}">
                <a16:creationId xmlns:a16="http://schemas.microsoft.com/office/drawing/2014/main" id="{0B4A45E4-F62A-7F16-85D5-386D1B6D618A}"/>
              </a:ext>
            </a:extLst>
          </p:cNvPr>
          <p:cNvSpPr txBox="1"/>
          <p:nvPr/>
        </p:nvSpPr>
        <p:spPr>
          <a:xfrm>
            <a:off x="330979" y="1271541"/>
            <a:ext cx="5564938" cy="5016758"/>
          </a:xfrm>
          <a:prstGeom prst="rect">
            <a:avLst/>
          </a:prstGeom>
          <a:noFill/>
        </p:spPr>
        <p:txBody>
          <a:bodyPr wrap="square" rtlCol="0">
            <a:spAutoFit/>
          </a:bodyPr>
          <a:lstStyle/>
          <a:p>
            <a:r>
              <a:rPr lang="en-GB" sz="2000" b="1">
                <a:highlight>
                  <a:srgbClr val="FFFF00"/>
                </a:highlight>
                <a:latin typeface="Calibri" panose="020F0502020204030204" pitchFamily="34" charset="0"/>
                <a:cs typeface="Calibri" panose="020F0502020204030204" pitchFamily="34" charset="0"/>
              </a:rPr>
              <a:t>Activity - </a:t>
            </a:r>
            <a:r>
              <a:rPr lang="en-GB" sz="2000">
                <a:highlight>
                  <a:srgbClr val="FFFF00"/>
                </a:highlight>
                <a:latin typeface="Calibri" panose="020F0502020204030204" pitchFamily="34" charset="0"/>
                <a:cs typeface="Calibri" panose="020F0502020204030204" pitchFamily="34" charset="0"/>
              </a:rPr>
              <a:t>discuss with the person next to you:</a:t>
            </a:r>
          </a:p>
          <a:p>
            <a:endParaRPr lang="en-GB" sz="20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a:highlight>
                  <a:srgbClr val="FFFF00"/>
                </a:highlight>
                <a:latin typeface="Calibri" panose="020F0502020204030204" pitchFamily="34" charset="0"/>
                <a:cs typeface="Calibri" panose="020F0502020204030204" pitchFamily="34" charset="0"/>
              </a:rPr>
              <a:t>When you drew your demand curve earlier in the lecture, did you draw it like Firm A’s demand curve or more like Firm B’s demand curve?</a:t>
            </a:r>
          </a:p>
          <a:p>
            <a:pPr marL="285750" indent="-285750">
              <a:buFont typeface="Arial" panose="020B0604020202020204" pitchFamily="34" charset="0"/>
              <a:buChar char="•"/>
            </a:pPr>
            <a:endParaRPr lang="en-GB" sz="20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Both the demand curve of Firm A and the demand curve of Firm B meet the law of demand, but what is the difference between them? </a:t>
            </a:r>
          </a:p>
          <a:p>
            <a:pPr marL="285750" indent="-285750">
              <a:buFont typeface="Arial" panose="020B0604020202020204" pitchFamily="34" charset="0"/>
              <a:buChar char="•"/>
            </a:pPr>
            <a:endParaRPr lang="en-GB" sz="20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What kind of firm/product might have a demand curve like Firm A? </a:t>
            </a:r>
          </a:p>
          <a:p>
            <a:endParaRPr lang="en-GB" sz="20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000">
                <a:latin typeface="Calibri" panose="020F0502020204030204" pitchFamily="34" charset="0"/>
                <a:cs typeface="Calibri" panose="020F0502020204030204" pitchFamily="34" charset="0"/>
              </a:rPr>
              <a:t>What kind of firm/product might have a demand curve like Firm B?</a:t>
            </a:r>
          </a:p>
        </p:txBody>
      </p:sp>
    </p:spTree>
    <p:custDataLst>
      <p:tags r:id="rId1"/>
    </p:custDataLst>
    <p:extLst>
      <p:ext uri="{BB962C8B-B14F-4D97-AF65-F5344CB8AC3E}">
        <p14:creationId xmlns:p14="http://schemas.microsoft.com/office/powerpoint/2010/main" val="959625917"/>
      </p:ext>
    </p:extLst>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794" y="500010"/>
            <a:ext cx="4335106" cy="790573"/>
          </a:xfrm>
        </p:spPr>
        <p:txBody>
          <a:bodyPr>
            <a:normAutofit fontScale="90000"/>
          </a:bodyPr>
          <a:lstStyle/>
          <a:p>
            <a:r>
              <a:rPr lang="en-GB"/>
              <a:t>Price Elasticity of Demand</a:t>
            </a:r>
          </a:p>
        </p:txBody>
      </p:sp>
      <p:grpSp>
        <p:nvGrpSpPr>
          <p:cNvPr id="16" name="Group 15"/>
          <p:cNvGrpSpPr/>
          <p:nvPr/>
        </p:nvGrpSpPr>
        <p:grpSpPr>
          <a:xfrm>
            <a:off x="9059933" y="443170"/>
            <a:ext cx="2140885" cy="2269338"/>
            <a:chOff x="1146492" y="1052617"/>
            <a:chExt cx="2140885" cy="2269338"/>
          </a:xfrm>
        </p:grpSpPr>
        <p:sp>
          <p:nvSpPr>
            <p:cNvPr id="6" name="Rounded Rectangle 5"/>
            <p:cNvSpPr/>
            <p:nvPr/>
          </p:nvSpPr>
          <p:spPr>
            <a:xfrm>
              <a:off x="1146492" y="1052617"/>
              <a:ext cx="2140885" cy="1475070"/>
            </a:xfrm>
            <a:prstGeom prst="roundRect">
              <a:avLst/>
            </a:prstGeom>
            <a:blipFill rotWithShape="1">
              <a:blip r:embed="rId3"/>
              <a:stretch>
                <a:fillRect/>
              </a:stretch>
            </a:blip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a:lstStyle/>
            <a:p>
              <a:endParaRPr lang="en-GB"/>
            </a:p>
          </p:txBody>
        </p:sp>
        <p:sp>
          <p:nvSpPr>
            <p:cNvPr id="7" name="Freeform 6"/>
            <p:cNvSpPr/>
            <p:nvPr/>
          </p:nvSpPr>
          <p:spPr>
            <a:xfrm>
              <a:off x="1146492" y="2527687"/>
              <a:ext cx="2140885" cy="794268"/>
            </a:xfrm>
            <a:custGeom>
              <a:avLst/>
              <a:gdLst>
                <a:gd name="connsiteX0" fmla="*/ 0 w 2140885"/>
                <a:gd name="connsiteY0" fmla="*/ 0 h 794268"/>
                <a:gd name="connsiteX1" fmla="*/ 2140885 w 2140885"/>
                <a:gd name="connsiteY1" fmla="*/ 0 h 794268"/>
                <a:gd name="connsiteX2" fmla="*/ 2140885 w 2140885"/>
                <a:gd name="connsiteY2" fmla="*/ 794268 h 794268"/>
                <a:gd name="connsiteX3" fmla="*/ 0 w 2140885"/>
                <a:gd name="connsiteY3" fmla="*/ 794268 h 794268"/>
                <a:gd name="connsiteX4" fmla="*/ 0 w 2140885"/>
                <a:gd name="connsiteY4" fmla="*/ 0 h 794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885" h="794268">
                  <a:moveTo>
                    <a:pt x="0" y="0"/>
                  </a:moveTo>
                  <a:lnTo>
                    <a:pt x="2140885" y="0"/>
                  </a:lnTo>
                  <a:lnTo>
                    <a:pt x="2140885" y="794268"/>
                  </a:lnTo>
                  <a:lnTo>
                    <a:pt x="0" y="7942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156464" rIns="156464" bIns="0" numCol="1" spcCol="1270" anchor="t" anchorCtr="0">
              <a:noAutofit/>
            </a:bodyPr>
            <a:lstStyle/>
            <a:p>
              <a:pPr algn="ctr" defTabSz="977900">
                <a:lnSpc>
                  <a:spcPct val="90000"/>
                </a:lnSpc>
                <a:spcBef>
                  <a:spcPct val="0"/>
                </a:spcBef>
                <a:spcAft>
                  <a:spcPct val="35000"/>
                </a:spcAft>
              </a:pPr>
              <a:r>
                <a:rPr lang="en-GB" sz="2000">
                  <a:latin typeface="Calibri" panose="020F0502020204030204" pitchFamily="34" charset="0"/>
                  <a:ea typeface="Calibri" panose="020F0502020204030204" pitchFamily="34" charset="0"/>
                  <a:cs typeface="Calibri" panose="020F0502020204030204" pitchFamily="34" charset="0"/>
                </a:rPr>
                <a:t>Luxury v Necessity</a:t>
              </a:r>
            </a:p>
          </p:txBody>
        </p:sp>
      </p:grpSp>
      <p:grpSp>
        <p:nvGrpSpPr>
          <p:cNvPr id="19" name="Group 18"/>
          <p:cNvGrpSpPr/>
          <p:nvPr/>
        </p:nvGrpSpPr>
        <p:grpSpPr>
          <a:xfrm>
            <a:off x="3179083" y="1857955"/>
            <a:ext cx="2140885" cy="2269339"/>
            <a:chOff x="2324024" y="3536044"/>
            <a:chExt cx="2140885" cy="2269339"/>
          </a:xfrm>
        </p:grpSpPr>
        <p:sp>
          <p:nvSpPr>
            <p:cNvPr id="12" name="Rounded Rectangle 11"/>
            <p:cNvSpPr/>
            <p:nvPr/>
          </p:nvSpPr>
          <p:spPr>
            <a:xfrm>
              <a:off x="2324024" y="3536044"/>
              <a:ext cx="2140885" cy="1475070"/>
            </a:xfrm>
            <a:prstGeom prst="roundRect">
              <a:avLst/>
            </a:prstGeom>
            <a:blipFill rotWithShape="1">
              <a:blip r:embed="rId4"/>
              <a:stretch>
                <a:fillRect/>
              </a:stretch>
            </a:blipFill>
          </p:spPr>
          <p:style>
            <a:lnRef idx="2">
              <a:schemeClr val="lt1">
                <a:hueOff val="0"/>
                <a:satOff val="0"/>
                <a:lumOff val="0"/>
                <a:alphaOff val="0"/>
              </a:schemeClr>
            </a:lnRef>
            <a:fillRef idx="1">
              <a:scrgbClr r="0" g="0" b="0"/>
            </a:fillRef>
            <a:effectRef idx="0">
              <a:schemeClr val="accent4">
                <a:hueOff val="-3348577"/>
                <a:satOff val="20174"/>
                <a:lumOff val="1617"/>
                <a:alphaOff val="0"/>
              </a:schemeClr>
            </a:effectRef>
            <a:fontRef idx="minor">
              <a:schemeClr val="lt1"/>
            </a:fontRef>
          </p:style>
          <p:txBody>
            <a:bodyPr/>
            <a:lstStyle/>
            <a:p>
              <a:endParaRPr lang="en-GB"/>
            </a:p>
          </p:txBody>
        </p:sp>
        <p:sp>
          <p:nvSpPr>
            <p:cNvPr id="13" name="Freeform 12"/>
            <p:cNvSpPr/>
            <p:nvPr/>
          </p:nvSpPr>
          <p:spPr>
            <a:xfrm>
              <a:off x="2324024" y="5011115"/>
              <a:ext cx="2140885" cy="794268"/>
            </a:xfrm>
            <a:custGeom>
              <a:avLst/>
              <a:gdLst>
                <a:gd name="connsiteX0" fmla="*/ 0 w 2140885"/>
                <a:gd name="connsiteY0" fmla="*/ 0 h 794268"/>
                <a:gd name="connsiteX1" fmla="*/ 2140885 w 2140885"/>
                <a:gd name="connsiteY1" fmla="*/ 0 h 794268"/>
                <a:gd name="connsiteX2" fmla="*/ 2140885 w 2140885"/>
                <a:gd name="connsiteY2" fmla="*/ 794268 h 794268"/>
                <a:gd name="connsiteX3" fmla="*/ 0 w 2140885"/>
                <a:gd name="connsiteY3" fmla="*/ 794268 h 794268"/>
                <a:gd name="connsiteX4" fmla="*/ 0 w 2140885"/>
                <a:gd name="connsiteY4" fmla="*/ 0 h 794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885" h="794268">
                  <a:moveTo>
                    <a:pt x="0" y="0"/>
                  </a:moveTo>
                  <a:lnTo>
                    <a:pt x="2140885" y="0"/>
                  </a:lnTo>
                  <a:lnTo>
                    <a:pt x="2140885" y="794268"/>
                  </a:lnTo>
                  <a:lnTo>
                    <a:pt x="0" y="7942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156464" rIns="156464" bIns="0" numCol="1" spcCol="1270" anchor="t" anchorCtr="0">
              <a:noAutofit/>
            </a:bodyPr>
            <a:lstStyle/>
            <a:p>
              <a:pPr algn="ctr" defTabSz="977900">
                <a:lnSpc>
                  <a:spcPct val="90000"/>
                </a:lnSpc>
                <a:spcBef>
                  <a:spcPct val="0"/>
                </a:spcBef>
                <a:spcAft>
                  <a:spcPct val="35000"/>
                </a:spcAft>
              </a:pPr>
              <a:r>
                <a:rPr lang="en-GB" sz="2000">
                  <a:latin typeface="Calibri" panose="020F0502020204030204" pitchFamily="34" charset="0"/>
                  <a:ea typeface="Calibri" panose="020F0502020204030204" pitchFamily="34" charset="0"/>
                  <a:cs typeface="Calibri" panose="020F0502020204030204" pitchFamily="34" charset="0"/>
                </a:rPr>
                <a:t>Short or Long Run</a:t>
              </a:r>
            </a:p>
          </p:txBody>
        </p:sp>
      </p:grpSp>
      <p:grpSp>
        <p:nvGrpSpPr>
          <p:cNvPr id="20" name="Group 19"/>
          <p:cNvGrpSpPr/>
          <p:nvPr/>
        </p:nvGrpSpPr>
        <p:grpSpPr>
          <a:xfrm>
            <a:off x="9138128" y="3124543"/>
            <a:ext cx="2140885" cy="2269339"/>
            <a:chOff x="4679089" y="3536044"/>
            <a:chExt cx="2140885" cy="2269339"/>
          </a:xfrm>
        </p:grpSpPr>
        <p:sp>
          <p:nvSpPr>
            <p:cNvPr id="14" name="Rounded Rectangle 13"/>
            <p:cNvSpPr/>
            <p:nvPr/>
          </p:nvSpPr>
          <p:spPr>
            <a:xfrm>
              <a:off x="4679089" y="3536044"/>
              <a:ext cx="2140885" cy="1475070"/>
            </a:xfrm>
            <a:prstGeom prst="roundRect">
              <a:avLst/>
            </a:prstGeom>
            <a:blipFill rotWithShape="1">
              <a:blip r:embed="rId5"/>
              <a:stretch>
                <a:fillRect/>
              </a:stretch>
            </a:blipFill>
          </p:spPr>
          <p:style>
            <a:lnRef idx="2">
              <a:schemeClr val="lt1">
                <a:hueOff val="0"/>
                <a:satOff val="0"/>
                <a:lumOff val="0"/>
                <a:alphaOff val="0"/>
              </a:schemeClr>
            </a:lnRef>
            <a:fillRef idx="1">
              <a:scrgbClr r="0" g="0" b="0"/>
            </a:fillRef>
            <a:effectRef idx="0">
              <a:schemeClr val="accent4">
                <a:hueOff val="-4464770"/>
                <a:satOff val="26899"/>
                <a:lumOff val="2156"/>
                <a:alphaOff val="0"/>
              </a:schemeClr>
            </a:effectRef>
            <a:fontRef idx="minor">
              <a:schemeClr val="lt1"/>
            </a:fontRef>
          </p:style>
          <p:txBody>
            <a:bodyPr/>
            <a:lstStyle/>
            <a:p>
              <a:endParaRPr lang="en-GB"/>
            </a:p>
          </p:txBody>
        </p:sp>
        <p:sp>
          <p:nvSpPr>
            <p:cNvPr id="15" name="Freeform 14"/>
            <p:cNvSpPr/>
            <p:nvPr/>
          </p:nvSpPr>
          <p:spPr>
            <a:xfrm>
              <a:off x="4679089" y="5011115"/>
              <a:ext cx="2140885" cy="794268"/>
            </a:xfrm>
            <a:custGeom>
              <a:avLst/>
              <a:gdLst>
                <a:gd name="connsiteX0" fmla="*/ 0 w 2140885"/>
                <a:gd name="connsiteY0" fmla="*/ 0 h 794268"/>
                <a:gd name="connsiteX1" fmla="*/ 2140885 w 2140885"/>
                <a:gd name="connsiteY1" fmla="*/ 0 h 794268"/>
                <a:gd name="connsiteX2" fmla="*/ 2140885 w 2140885"/>
                <a:gd name="connsiteY2" fmla="*/ 794268 h 794268"/>
                <a:gd name="connsiteX3" fmla="*/ 0 w 2140885"/>
                <a:gd name="connsiteY3" fmla="*/ 794268 h 794268"/>
                <a:gd name="connsiteX4" fmla="*/ 0 w 2140885"/>
                <a:gd name="connsiteY4" fmla="*/ 0 h 794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885" h="794268">
                  <a:moveTo>
                    <a:pt x="0" y="0"/>
                  </a:moveTo>
                  <a:lnTo>
                    <a:pt x="2140885" y="0"/>
                  </a:lnTo>
                  <a:lnTo>
                    <a:pt x="2140885" y="794268"/>
                  </a:lnTo>
                  <a:lnTo>
                    <a:pt x="0" y="7942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156464" rIns="156464" bIns="0" numCol="1" spcCol="1270" anchor="t" anchorCtr="0">
              <a:noAutofit/>
            </a:bodyPr>
            <a:lstStyle/>
            <a:p>
              <a:pPr algn="ctr" defTabSz="977900">
                <a:lnSpc>
                  <a:spcPct val="90000"/>
                </a:lnSpc>
                <a:spcBef>
                  <a:spcPct val="0"/>
                </a:spcBef>
                <a:spcAft>
                  <a:spcPct val="35000"/>
                </a:spcAft>
              </a:pPr>
              <a:r>
                <a:rPr lang="en-GB" sz="2000">
                  <a:latin typeface="Calibri" panose="020F0502020204030204" pitchFamily="34" charset="0"/>
                  <a:ea typeface="Calibri" panose="020F0502020204030204" pitchFamily="34" charset="0"/>
                  <a:cs typeface="Calibri" panose="020F0502020204030204" pitchFamily="34" charset="0"/>
                </a:rPr>
                <a:t>Habit forming?</a:t>
              </a:r>
            </a:p>
          </p:txBody>
        </p:sp>
      </p:grpSp>
      <p:grpSp>
        <p:nvGrpSpPr>
          <p:cNvPr id="10" name="Group 9">
            <a:extLst>
              <a:ext uri="{FF2B5EF4-FFF2-40B4-BE49-F238E27FC236}">
                <a16:creationId xmlns:a16="http://schemas.microsoft.com/office/drawing/2014/main" id="{223D0438-3F6E-41FD-A3ED-81B497B37A04}"/>
              </a:ext>
            </a:extLst>
          </p:cNvPr>
          <p:cNvGrpSpPr/>
          <p:nvPr/>
        </p:nvGrpSpPr>
        <p:grpSpPr>
          <a:xfrm>
            <a:off x="480915" y="1813331"/>
            <a:ext cx="2372501" cy="2700350"/>
            <a:chOff x="5025556" y="621605"/>
            <a:chExt cx="2372501" cy="2700350"/>
          </a:xfrm>
        </p:grpSpPr>
        <p:sp>
          <p:nvSpPr>
            <p:cNvPr id="11" name="Freeform 10"/>
            <p:cNvSpPr/>
            <p:nvPr/>
          </p:nvSpPr>
          <p:spPr>
            <a:xfrm>
              <a:off x="5025556" y="2527687"/>
              <a:ext cx="2140885" cy="794268"/>
            </a:xfrm>
            <a:custGeom>
              <a:avLst/>
              <a:gdLst>
                <a:gd name="connsiteX0" fmla="*/ 0 w 2140885"/>
                <a:gd name="connsiteY0" fmla="*/ 0 h 794268"/>
                <a:gd name="connsiteX1" fmla="*/ 2140885 w 2140885"/>
                <a:gd name="connsiteY1" fmla="*/ 0 h 794268"/>
                <a:gd name="connsiteX2" fmla="*/ 2140885 w 2140885"/>
                <a:gd name="connsiteY2" fmla="*/ 794268 h 794268"/>
                <a:gd name="connsiteX3" fmla="*/ 0 w 2140885"/>
                <a:gd name="connsiteY3" fmla="*/ 794268 h 794268"/>
                <a:gd name="connsiteX4" fmla="*/ 0 w 2140885"/>
                <a:gd name="connsiteY4" fmla="*/ 0 h 794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885" h="794268">
                  <a:moveTo>
                    <a:pt x="0" y="0"/>
                  </a:moveTo>
                  <a:lnTo>
                    <a:pt x="2140885" y="0"/>
                  </a:lnTo>
                  <a:lnTo>
                    <a:pt x="2140885" y="794268"/>
                  </a:lnTo>
                  <a:lnTo>
                    <a:pt x="0" y="7942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156464" rIns="156464" bIns="0" numCol="1" spcCol="1270" anchor="t" anchorCtr="0">
              <a:noAutofit/>
            </a:bodyPr>
            <a:lstStyle/>
            <a:p>
              <a:pPr algn="ctr" defTabSz="977900">
                <a:lnSpc>
                  <a:spcPct val="90000"/>
                </a:lnSpc>
                <a:spcBef>
                  <a:spcPct val="0"/>
                </a:spcBef>
                <a:spcAft>
                  <a:spcPct val="35000"/>
                </a:spcAft>
              </a:pPr>
              <a:r>
                <a:rPr lang="en-GB" sz="2000">
                  <a:latin typeface="Calibri" panose="020F0502020204030204" pitchFamily="34" charset="0"/>
                  <a:ea typeface="Calibri" panose="020F0502020204030204" pitchFamily="34" charset="0"/>
                  <a:cs typeface="Calibri" panose="020F0502020204030204" pitchFamily="34" charset="0"/>
                </a:rPr>
                <a:t>Proportion of Income</a:t>
              </a:r>
            </a:p>
          </p:txBody>
        </p:sp>
        <p:pic>
          <p:nvPicPr>
            <p:cNvPr id="4" name="Picture 3">
              <a:extLst>
                <a:ext uri="{FF2B5EF4-FFF2-40B4-BE49-F238E27FC236}">
                  <a16:creationId xmlns:a16="http://schemas.microsoft.com/office/drawing/2014/main" id="{6C87996C-3251-42B2-93F9-832342EE32EB}"/>
                </a:ext>
              </a:extLst>
            </p:cNvPr>
            <p:cNvPicPr>
              <a:picLocks noChangeAspect="1"/>
            </p:cNvPicPr>
            <p:nvPr/>
          </p:nvPicPr>
          <p:blipFill>
            <a:blip r:embed="rId6"/>
            <a:stretch>
              <a:fillRect/>
            </a:stretch>
          </p:blipFill>
          <p:spPr>
            <a:xfrm>
              <a:off x="5025556" y="621605"/>
              <a:ext cx="2372501" cy="1969386"/>
            </a:xfrm>
            <a:prstGeom prst="rect">
              <a:avLst/>
            </a:prstGeom>
          </p:spPr>
        </p:pic>
      </p:grpSp>
      <p:grpSp>
        <p:nvGrpSpPr>
          <p:cNvPr id="3" name="Group 2">
            <a:extLst>
              <a:ext uri="{FF2B5EF4-FFF2-40B4-BE49-F238E27FC236}">
                <a16:creationId xmlns:a16="http://schemas.microsoft.com/office/drawing/2014/main" id="{256468A9-8D43-237D-2271-88312093D423}"/>
              </a:ext>
            </a:extLst>
          </p:cNvPr>
          <p:cNvGrpSpPr/>
          <p:nvPr/>
        </p:nvGrpSpPr>
        <p:grpSpPr>
          <a:xfrm>
            <a:off x="5763470" y="585950"/>
            <a:ext cx="2469308" cy="5718781"/>
            <a:chOff x="8127816" y="531843"/>
            <a:chExt cx="2469308" cy="5898395"/>
          </a:xfrm>
        </p:grpSpPr>
        <p:sp>
          <p:nvSpPr>
            <p:cNvPr id="5" name="Freeform 8">
              <a:extLst>
                <a:ext uri="{FF2B5EF4-FFF2-40B4-BE49-F238E27FC236}">
                  <a16:creationId xmlns:a16="http://schemas.microsoft.com/office/drawing/2014/main" id="{45363F26-85A2-0AF8-593D-33C16BC44096}"/>
                </a:ext>
              </a:extLst>
            </p:cNvPr>
            <p:cNvSpPr/>
            <p:nvPr/>
          </p:nvSpPr>
          <p:spPr>
            <a:xfrm>
              <a:off x="8291912" y="5635970"/>
              <a:ext cx="2140885" cy="794268"/>
            </a:xfrm>
            <a:custGeom>
              <a:avLst/>
              <a:gdLst>
                <a:gd name="connsiteX0" fmla="*/ 0 w 2140885"/>
                <a:gd name="connsiteY0" fmla="*/ 0 h 794268"/>
                <a:gd name="connsiteX1" fmla="*/ 2140885 w 2140885"/>
                <a:gd name="connsiteY1" fmla="*/ 0 h 794268"/>
                <a:gd name="connsiteX2" fmla="*/ 2140885 w 2140885"/>
                <a:gd name="connsiteY2" fmla="*/ 794268 h 794268"/>
                <a:gd name="connsiteX3" fmla="*/ 0 w 2140885"/>
                <a:gd name="connsiteY3" fmla="*/ 794268 h 794268"/>
                <a:gd name="connsiteX4" fmla="*/ 0 w 2140885"/>
                <a:gd name="connsiteY4" fmla="*/ 0 h 794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885" h="794268">
                  <a:moveTo>
                    <a:pt x="0" y="0"/>
                  </a:moveTo>
                  <a:lnTo>
                    <a:pt x="2140885" y="0"/>
                  </a:lnTo>
                  <a:lnTo>
                    <a:pt x="2140885" y="794268"/>
                  </a:lnTo>
                  <a:lnTo>
                    <a:pt x="0" y="7942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6464" tIns="156464" rIns="156464" bIns="0" numCol="1" spcCol="1270" anchor="t" anchorCtr="0">
              <a:noAutofit/>
            </a:bodyPr>
            <a:lstStyle/>
            <a:p>
              <a:pPr algn="ctr" defTabSz="977900">
                <a:lnSpc>
                  <a:spcPct val="90000"/>
                </a:lnSpc>
                <a:spcBef>
                  <a:spcPct val="0"/>
                </a:spcBef>
                <a:spcAft>
                  <a:spcPct val="35000"/>
                </a:spcAft>
              </a:pPr>
              <a:r>
                <a:rPr lang="en-GB" sz="2000">
                  <a:latin typeface="Calibri" panose="020F0502020204030204" pitchFamily="34" charset="0"/>
                  <a:ea typeface="Calibri" panose="020F0502020204030204" pitchFamily="34" charset="0"/>
                  <a:cs typeface="Calibri" panose="020F0502020204030204" pitchFamily="34" charset="0"/>
                </a:rPr>
                <a:t>Closeness of substitutes</a:t>
              </a:r>
            </a:p>
          </p:txBody>
        </p:sp>
        <p:grpSp>
          <p:nvGrpSpPr>
            <p:cNvPr id="8" name="Group 7">
              <a:extLst>
                <a:ext uri="{FF2B5EF4-FFF2-40B4-BE49-F238E27FC236}">
                  <a16:creationId xmlns:a16="http://schemas.microsoft.com/office/drawing/2014/main" id="{153062CC-3DA8-6750-815E-0705891A8B96}"/>
                </a:ext>
              </a:extLst>
            </p:cNvPr>
            <p:cNvGrpSpPr/>
            <p:nvPr/>
          </p:nvGrpSpPr>
          <p:grpSpPr>
            <a:xfrm>
              <a:off x="8127816" y="531843"/>
              <a:ext cx="2469308" cy="5059452"/>
              <a:chOff x="9341920" y="214312"/>
              <a:chExt cx="2469308" cy="5059452"/>
            </a:xfrm>
          </p:grpSpPr>
          <p:pic>
            <p:nvPicPr>
              <p:cNvPr id="24" name="Picture 23">
                <a:extLst>
                  <a:ext uri="{FF2B5EF4-FFF2-40B4-BE49-F238E27FC236}">
                    <a16:creationId xmlns:a16="http://schemas.microsoft.com/office/drawing/2014/main" id="{D2AB90DE-781C-A5DF-4AAE-6139C6592C68}"/>
                  </a:ext>
                </a:extLst>
              </p:cNvPr>
              <p:cNvPicPr>
                <a:picLocks noChangeAspect="1"/>
              </p:cNvPicPr>
              <p:nvPr/>
            </p:nvPicPr>
            <p:blipFill>
              <a:blip r:embed="rId7"/>
              <a:stretch>
                <a:fillRect/>
              </a:stretch>
            </p:blipFill>
            <p:spPr>
              <a:xfrm>
                <a:off x="9341920" y="214312"/>
                <a:ext cx="2469079" cy="1388857"/>
              </a:xfrm>
              <a:prstGeom prst="rect">
                <a:avLst/>
              </a:prstGeom>
            </p:spPr>
          </p:pic>
          <p:pic>
            <p:nvPicPr>
              <p:cNvPr id="25" name="Picture 24">
                <a:extLst>
                  <a:ext uri="{FF2B5EF4-FFF2-40B4-BE49-F238E27FC236}">
                    <a16:creationId xmlns:a16="http://schemas.microsoft.com/office/drawing/2014/main" id="{9BAF6D05-21A5-63B5-DD1D-2AFDDC200426}"/>
                  </a:ext>
                </a:extLst>
              </p:cNvPr>
              <p:cNvPicPr>
                <a:picLocks noChangeAspect="1"/>
              </p:cNvPicPr>
              <p:nvPr/>
            </p:nvPicPr>
            <p:blipFill>
              <a:blip r:embed="rId8"/>
              <a:stretch>
                <a:fillRect/>
              </a:stretch>
            </p:blipFill>
            <p:spPr>
              <a:xfrm>
                <a:off x="9341920" y="1612490"/>
                <a:ext cx="2469079" cy="1851809"/>
              </a:xfrm>
              <a:prstGeom prst="rect">
                <a:avLst/>
              </a:prstGeom>
            </p:spPr>
          </p:pic>
          <p:pic>
            <p:nvPicPr>
              <p:cNvPr id="26" name="Picture 25">
                <a:extLst>
                  <a:ext uri="{FF2B5EF4-FFF2-40B4-BE49-F238E27FC236}">
                    <a16:creationId xmlns:a16="http://schemas.microsoft.com/office/drawing/2014/main" id="{8BDF5E6D-8A71-E215-3D28-0319364D4C78}"/>
                  </a:ext>
                </a:extLst>
              </p:cNvPr>
              <p:cNvPicPr>
                <a:picLocks noChangeAspect="1"/>
              </p:cNvPicPr>
              <p:nvPr/>
            </p:nvPicPr>
            <p:blipFill>
              <a:blip r:embed="rId9"/>
              <a:stretch>
                <a:fillRect/>
              </a:stretch>
            </p:blipFill>
            <p:spPr>
              <a:xfrm>
                <a:off x="9341920" y="3421955"/>
                <a:ext cx="2469308" cy="1851809"/>
              </a:xfrm>
              <a:prstGeom prst="rect">
                <a:avLst/>
              </a:prstGeom>
            </p:spPr>
          </p:pic>
        </p:grpSp>
      </p:grpSp>
    </p:spTree>
    <p:extLst>
      <p:ext uri="{BB962C8B-B14F-4D97-AF65-F5344CB8AC3E}">
        <p14:creationId xmlns:p14="http://schemas.microsoft.com/office/powerpoint/2010/main" val="194883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heel(1)">
                                      <p:cBhvr>
                                        <p:cTn id="17" dur="20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a:xfrm>
            <a:off x="520143" y="234494"/>
            <a:ext cx="10515600" cy="861720"/>
          </a:xfrm>
        </p:spPr>
        <p:txBody>
          <a:bodyPr/>
          <a:lstStyle/>
          <a:p>
            <a:r>
              <a:rPr lang="en-GB" altLang="en-US" noProof="1"/>
              <a:t>Price Elasticity of Demand</a:t>
            </a:r>
          </a:p>
        </p:txBody>
      </p:sp>
      <p:sp>
        <p:nvSpPr>
          <p:cNvPr id="619523" name="Rectangle 3"/>
          <p:cNvSpPr>
            <a:spLocks noGrp="1" noChangeArrowheads="1"/>
          </p:cNvSpPr>
          <p:nvPr>
            <p:ph sz="quarter" idx="1"/>
          </p:nvPr>
        </p:nvSpPr>
        <p:spPr>
          <a:xfrm>
            <a:off x="402335" y="1208987"/>
            <a:ext cx="11379031" cy="4778385"/>
          </a:xfrm>
        </p:spPr>
        <p:txBody>
          <a:bodyPr>
            <a:normAutofit/>
          </a:bodyPr>
          <a:lstStyle/>
          <a:p>
            <a:pPr>
              <a:lnSpc>
                <a:spcPct val="100000"/>
              </a:lnSpc>
              <a:spcBef>
                <a:spcPts val="1200"/>
              </a:spcBef>
            </a:pPr>
            <a:r>
              <a:rPr lang="en-GB" altLang="en-US" sz="2000" noProof="1">
                <a:latin typeface="Calibri" panose="020F0502020204030204" pitchFamily="34" charset="0"/>
                <a:cs typeface="Calibri" panose="020F0502020204030204" pitchFamily="34" charset="0"/>
              </a:rPr>
              <a:t>Elasticity - Responsiveness of one variable to a change in another</a:t>
            </a:r>
          </a:p>
          <a:p>
            <a:pPr>
              <a:lnSpc>
                <a:spcPct val="100000"/>
              </a:lnSpc>
              <a:spcBef>
                <a:spcPts val="1200"/>
              </a:spcBef>
            </a:pPr>
            <a:r>
              <a:rPr lang="en-GB" altLang="en-US" sz="2000" noProof="1">
                <a:latin typeface="Calibri" panose="020F0502020204030204" pitchFamily="34" charset="0"/>
                <a:cs typeface="Calibri" panose="020F0502020204030204" pitchFamily="34" charset="0"/>
              </a:rPr>
              <a:t>Price elasticity of demand (</a:t>
            </a:r>
            <a:r>
              <a:rPr lang="en-GB" altLang="en-US" sz="2000" i="1" noProof="1">
                <a:latin typeface="Calibri" panose="020F0502020204030204" pitchFamily="34" charset="0"/>
                <a:cs typeface="Calibri" panose="020F0502020204030204" pitchFamily="34" charset="0"/>
              </a:rPr>
              <a:t>P</a:t>
            </a:r>
            <a:r>
              <a:rPr lang="en-GB" altLang="en-US" sz="2000" noProof="1">
                <a:latin typeface="Calibri" panose="020F0502020204030204" pitchFamily="34" charset="0"/>
                <a:cs typeface="Calibri" panose="020F0502020204030204" pitchFamily="34" charset="0"/>
              </a:rPr>
              <a:t>e</a:t>
            </a:r>
            <a:r>
              <a:rPr lang="en-GB" altLang="en-US" sz="2000" i="1" baseline="-25000" noProof="1">
                <a:latin typeface="Calibri" panose="020F0502020204030204" pitchFamily="34" charset="0"/>
                <a:cs typeface="Calibri" panose="020F0502020204030204" pitchFamily="34" charset="0"/>
              </a:rPr>
              <a:t>D</a:t>
            </a:r>
            <a:r>
              <a:rPr lang="en-GB" altLang="en-US" sz="2000" noProof="1">
                <a:latin typeface="Calibri" panose="020F0502020204030204" pitchFamily="34" charset="0"/>
                <a:cs typeface="Calibri" panose="020F0502020204030204" pitchFamily="34" charset="0"/>
              </a:rPr>
              <a:t>) - Responsiveness of demand to a change in price</a:t>
            </a:r>
          </a:p>
          <a:p>
            <a:pPr lvl="1">
              <a:lnSpc>
                <a:spcPct val="100000"/>
              </a:lnSpc>
              <a:spcBef>
                <a:spcPts val="1200"/>
              </a:spcBef>
            </a:pPr>
            <a:r>
              <a:rPr lang="en-GB" altLang="en-US" noProof="1">
                <a:latin typeface="Calibri" panose="020F0502020204030204" pitchFamily="34" charset="0"/>
                <a:cs typeface="Calibri" panose="020F0502020204030204" pitchFamily="34" charset="0"/>
              </a:rPr>
              <a:t>Firms want to know how much demand will fall if they increase the price of their product or how much demand will increase if they reduce the price of their product.</a:t>
            </a:r>
          </a:p>
          <a:p>
            <a:pPr lvl="1">
              <a:lnSpc>
                <a:spcPct val="100000"/>
              </a:lnSpc>
              <a:spcBef>
                <a:spcPts val="1200"/>
              </a:spcBef>
            </a:pPr>
            <a:r>
              <a:rPr lang="en-GB" altLang="en-US" noProof="1">
                <a:latin typeface="Calibri" panose="020F0502020204030204" pitchFamily="34" charset="0"/>
                <a:cs typeface="Calibri" panose="020F0502020204030204" pitchFamily="34" charset="0"/>
              </a:rPr>
              <a:t>Why? </a:t>
            </a:r>
          </a:p>
          <a:p>
            <a:pPr lvl="2">
              <a:lnSpc>
                <a:spcPct val="100000"/>
              </a:lnSpc>
              <a:spcBef>
                <a:spcPts val="1200"/>
              </a:spcBef>
            </a:pPr>
            <a:r>
              <a:rPr lang="en-GB" altLang="en-US" sz="2000" noProof="1">
                <a:latin typeface="Calibri" panose="020F0502020204030204" pitchFamily="34" charset="0"/>
                <a:cs typeface="Calibri" panose="020F0502020204030204" pitchFamily="34" charset="0"/>
              </a:rPr>
              <a:t>Total sales revenue (TR) = price (P) x quantity sold (Q)</a:t>
            </a:r>
          </a:p>
          <a:p>
            <a:pPr lvl="2">
              <a:lnSpc>
                <a:spcPct val="100000"/>
              </a:lnSpc>
              <a:spcBef>
                <a:spcPts val="1200"/>
              </a:spcBef>
            </a:pPr>
            <a:r>
              <a:rPr lang="en-GB" altLang="en-US" sz="2000" noProof="1">
                <a:latin typeface="Calibri" panose="020F0502020204030204" pitchFamily="34" charset="0"/>
                <a:cs typeface="Calibri" panose="020F0502020204030204" pitchFamily="34" charset="0"/>
              </a:rPr>
              <a:t>If TR increases (and there are no changes in total costs), profit increases.</a:t>
            </a:r>
          </a:p>
          <a:p>
            <a:pPr lvl="2">
              <a:lnSpc>
                <a:spcPct val="100000"/>
              </a:lnSpc>
              <a:spcBef>
                <a:spcPts val="1200"/>
              </a:spcBef>
            </a:pPr>
            <a:r>
              <a:rPr lang="en-GB" altLang="en-US" sz="2000" noProof="1">
                <a:latin typeface="Calibri" panose="020F0502020204030204" pitchFamily="34" charset="0"/>
                <a:cs typeface="Calibri" panose="020F0502020204030204" pitchFamily="34" charset="0"/>
              </a:rPr>
              <a:t>If Q is very responsive to any changes in price, it’s better for the firm to reduce the price (we will be more specific shortly)</a:t>
            </a:r>
          </a:p>
          <a:p>
            <a:pPr lvl="2">
              <a:lnSpc>
                <a:spcPct val="100000"/>
              </a:lnSpc>
              <a:spcBef>
                <a:spcPts val="1200"/>
              </a:spcBef>
            </a:pPr>
            <a:r>
              <a:rPr lang="en-GB" altLang="en-US" sz="2000" noProof="1">
                <a:latin typeface="Calibri" panose="020F0502020204030204" pitchFamily="34" charset="0"/>
                <a:cs typeface="Calibri" panose="020F0502020204030204" pitchFamily="34" charset="0"/>
              </a:rPr>
              <a:t>If Q is not very responsive to any changes in price, better for the firm to increase the price</a:t>
            </a:r>
          </a:p>
        </p:txBody>
      </p:sp>
    </p:spTree>
    <p:custDataLst>
      <p:tags r:id="rId1"/>
    </p:custDataLst>
    <p:extLst>
      <p:ext uri="{BB962C8B-B14F-4D97-AF65-F5344CB8AC3E}">
        <p14:creationId xmlns:p14="http://schemas.microsoft.com/office/powerpoint/2010/main" val="361651495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19523">
                                            <p:txEl>
                                              <p:pRg st="0" end="0"/>
                                            </p:txEl>
                                          </p:spTgt>
                                        </p:tgtEl>
                                        <p:attrNameLst>
                                          <p:attrName>style.visibility</p:attrName>
                                        </p:attrNameLst>
                                      </p:cBhvr>
                                      <p:to>
                                        <p:strVal val="visible"/>
                                      </p:to>
                                    </p:set>
                                    <p:anim calcmode="lin" valueType="num">
                                      <p:cBhvr additive="base">
                                        <p:cTn id="7" dur="500"/>
                                        <p:tgtEl>
                                          <p:spTgt spid="61952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1952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19523">
                                            <p:txEl>
                                              <p:pRg st="1" end="1"/>
                                            </p:txEl>
                                          </p:spTgt>
                                        </p:tgtEl>
                                        <p:attrNameLst>
                                          <p:attrName>style.visibility</p:attrName>
                                        </p:attrNameLst>
                                      </p:cBhvr>
                                      <p:to>
                                        <p:strVal val="visible"/>
                                      </p:to>
                                    </p:set>
                                    <p:anim calcmode="lin" valueType="num">
                                      <p:cBhvr additive="base">
                                        <p:cTn id="13" dur="500"/>
                                        <p:tgtEl>
                                          <p:spTgt spid="61952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195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19523">
                                            <p:txEl>
                                              <p:pRg st="2" end="2"/>
                                            </p:txEl>
                                          </p:spTgt>
                                        </p:tgtEl>
                                        <p:attrNameLst>
                                          <p:attrName>style.visibility</p:attrName>
                                        </p:attrNameLst>
                                      </p:cBhvr>
                                      <p:to>
                                        <p:strVal val="visible"/>
                                      </p:to>
                                    </p:set>
                                    <p:anim calcmode="lin" valueType="num">
                                      <p:cBhvr additive="base">
                                        <p:cTn id="19" dur="500"/>
                                        <p:tgtEl>
                                          <p:spTgt spid="61952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1952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19523">
                                            <p:txEl>
                                              <p:pRg st="3" end="3"/>
                                            </p:txEl>
                                          </p:spTgt>
                                        </p:tgtEl>
                                        <p:attrNameLst>
                                          <p:attrName>style.visibility</p:attrName>
                                        </p:attrNameLst>
                                      </p:cBhvr>
                                      <p:to>
                                        <p:strVal val="visible"/>
                                      </p:to>
                                    </p:set>
                                    <p:anim calcmode="lin" valueType="num">
                                      <p:cBhvr additive="base">
                                        <p:cTn id="25" dur="500"/>
                                        <p:tgtEl>
                                          <p:spTgt spid="61952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19523">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619523">
                                            <p:txEl>
                                              <p:pRg st="4" end="4"/>
                                            </p:txEl>
                                          </p:spTgt>
                                        </p:tgtEl>
                                        <p:attrNameLst>
                                          <p:attrName>style.visibility</p:attrName>
                                        </p:attrNameLst>
                                      </p:cBhvr>
                                      <p:to>
                                        <p:strVal val="visible"/>
                                      </p:to>
                                    </p:set>
                                    <p:anim calcmode="lin" valueType="num">
                                      <p:cBhvr additive="base">
                                        <p:cTn id="29" dur="500"/>
                                        <p:tgtEl>
                                          <p:spTgt spid="619523">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619523">
                                            <p:txEl>
                                              <p:pRg st="4" end="4"/>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619523">
                                            <p:txEl>
                                              <p:pRg st="5" end="5"/>
                                            </p:txEl>
                                          </p:spTgt>
                                        </p:tgtEl>
                                        <p:attrNameLst>
                                          <p:attrName>style.visibility</p:attrName>
                                        </p:attrNameLst>
                                      </p:cBhvr>
                                      <p:to>
                                        <p:strVal val="visible"/>
                                      </p:to>
                                    </p:set>
                                    <p:anim calcmode="lin" valueType="num">
                                      <p:cBhvr additive="base">
                                        <p:cTn id="33" dur="500"/>
                                        <p:tgtEl>
                                          <p:spTgt spid="619523">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619523">
                                            <p:txEl>
                                              <p:pRg st="5" end="5"/>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619523">
                                            <p:txEl>
                                              <p:pRg st="6" end="6"/>
                                            </p:txEl>
                                          </p:spTgt>
                                        </p:tgtEl>
                                        <p:attrNameLst>
                                          <p:attrName>style.visibility</p:attrName>
                                        </p:attrNameLst>
                                      </p:cBhvr>
                                      <p:to>
                                        <p:strVal val="visible"/>
                                      </p:to>
                                    </p:set>
                                    <p:anim calcmode="lin" valueType="num">
                                      <p:cBhvr additive="base">
                                        <p:cTn id="37" dur="500"/>
                                        <p:tgtEl>
                                          <p:spTgt spid="619523">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619523">
                                            <p:txEl>
                                              <p:pRg st="6" end="6"/>
                                            </p:txEl>
                                          </p:spTgt>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619523">
                                            <p:txEl>
                                              <p:pRg st="7" end="7"/>
                                            </p:txEl>
                                          </p:spTgt>
                                        </p:tgtEl>
                                        <p:attrNameLst>
                                          <p:attrName>style.visibility</p:attrName>
                                        </p:attrNameLst>
                                      </p:cBhvr>
                                      <p:to>
                                        <p:strVal val="visible"/>
                                      </p:to>
                                    </p:set>
                                    <p:anim calcmode="lin" valueType="num">
                                      <p:cBhvr additive="base">
                                        <p:cTn id="41" dur="500"/>
                                        <p:tgtEl>
                                          <p:spTgt spid="619523">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6195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3" grpId="0" build="p" bldLvl="2"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0786" name="Rectangle 2"/>
          <p:cNvSpPr>
            <a:spLocks noGrp="1" noChangeArrowheads="1"/>
          </p:cNvSpPr>
          <p:nvPr>
            <p:ph type="title"/>
          </p:nvPr>
        </p:nvSpPr>
        <p:spPr>
          <a:xfrm>
            <a:off x="434950" y="365126"/>
            <a:ext cx="10515600" cy="861720"/>
          </a:xfrm>
        </p:spPr>
        <p:txBody>
          <a:bodyPr/>
          <a:lstStyle/>
          <a:p>
            <a:r>
              <a:rPr lang="en-GB" altLang="en-US" noProof="1"/>
              <a:t>Price Elasticity of Demand</a:t>
            </a:r>
          </a:p>
        </p:txBody>
      </p:sp>
      <p:sp>
        <p:nvSpPr>
          <p:cNvPr id="630787" name="Rectangle 3"/>
          <p:cNvSpPr>
            <a:spLocks noGrp="1" noChangeArrowheads="1"/>
          </p:cNvSpPr>
          <p:nvPr>
            <p:ph sz="quarter" idx="1"/>
          </p:nvPr>
        </p:nvSpPr>
        <p:spPr>
          <a:xfrm>
            <a:off x="290138" y="1437288"/>
            <a:ext cx="11608282" cy="4854280"/>
          </a:xfrm>
        </p:spPr>
        <p:txBody>
          <a:bodyPr vert="horz" lIns="91440" tIns="45720" rIns="91440" bIns="45720" rtlCol="0" anchor="t">
            <a:normAutofit/>
          </a:bodyPr>
          <a:lstStyle/>
          <a:p>
            <a:pPr>
              <a:lnSpc>
                <a:spcPct val="120000"/>
              </a:lnSpc>
              <a:spcBef>
                <a:spcPts val="1200"/>
              </a:spcBef>
            </a:pPr>
            <a:r>
              <a:rPr lang="en-GB" altLang="en-US" sz="2200" noProof="1">
                <a:latin typeface="Calibri" panose="020F0502020204030204" pitchFamily="34" charset="0"/>
                <a:cs typeface="Calibri" panose="020F0502020204030204" pitchFamily="34" charset="0"/>
              </a:rPr>
              <a:t>Measuring price elasticity of demand:  %</a:t>
            </a:r>
            <a:r>
              <a:rPr lang="en-GB" altLang="en-US" sz="2200" noProof="1">
                <a:latin typeface="Calibri" panose="020F0502020204030204" pitchFamily="34" charset="0"/>
                <a:cs typeface="Calibri" panose="020F0502020204030204" pitchFamily="34" charset="0"/>
                <a:sym typeface="Symbol" panose="05050102010706020507" pitchFamily="18" charset="2"/>
              </a:rPr>
              <a:t></a:t>
            </a:r>
            <a:r>
              <a:rPr lang="en-GB" altLang="en-US" sz="2200" i="1" noProof="1">
                <a:latin typeface="Calibri" panose="020F0502020204030204" pitchFamily="34" charset="0"/>
                <a:cs typeface="Calibri" panose="020F0502020204030204" pitchFamily="34" charset="0"/>
              </a:rPr>
              <a:t>Q</a:t>
            </a:r>
            <a:r>
              <a:rPr lang="en-GB" altLang="en-US" sz="2200" baseline="-25000" noProof="1">
                <a:latin typeface="Calibri" panose="020F0502020204030204" pitchFamily="34" charset="0"/>
                <a:cs typeface="Calibri" panose="020F0502020204030204" pitchFamily="34" charset="0"/>
              </a:rPr>
              <a:t>D</a:t>
            </a:r>
            <a:r>
              <a:rPr lang="en-GB" altLang="en-US" sz="2200" i="1" noProof="1">
                <a:latin typeface="Calibri" panose="020F0502020204030204" pitchFamily="34" charset="0"/>
                <a:cs typeface="Calibri" panose="020F0502020204030204" pitchFamily="34" charset="0"/>
              </a:rPr>
              <a:t> </a:t>
            </a:r>
            <a:r>
              <a:rPr lang="en-GB" altLang="en-US" sz="2200" noProof="1">
                <a:latin typeface="Calibri" panose="020F0502020204030204" pitchFamily="34" charset="0"/>
                <a:cs typeface="Calibri" panose="020F0502020204030204" pitchFamily="34" charset="0"/>
              </a:rPr>
              <a:t>/ %</a:t>
            </a:r>
            <a:r>
              <a:rPr lang="en-GB" altLang="en-US" sz="2200" noProof="1">
                <a:latin typeface="Calibri" panose="020F0502020204030204" pitchFamily="34" charset="0"/>
                <a:cs typeface="Calibri" panose="020F0502020204030204" pitchFamily="34" charset="0"/>
                <a:sym typeface="Symbol" panose="05050102010706020507" pitchFamily="18" charset="2"/>
              </a:rPr>
              <a:t></a:t>
            </a:r>
            <a:r>
              <a:rPr lang="en-GB" altLang="en-US" sz="2200" i="1" noProof="1">
                <a:latin typeface="Calibri" panose="020F0502020204030204" pitchFamily="34" charset="0"/>
                <a:cs typeface="Calibri" panose="020F0502020204030204" pitchFamily="34" charset="0"/>
              </a:rPr>
              <a:t>P</a:t>
            </a:r>
            <a:endParaRPr lang="en-GB" altLang="en-US" sz="2200" noProof="1">
              <a:latin typeface="Calibri" panose="020F0502020204030204" pitchFamily="34" charset="0"/>
              <a:cs typeface="Calibri" panose="020F0502020204030204" pitchFamily="34" charset="0"/>
            </a:endParaRPr>
          </a:p>
          <a:p>
            <a:pPr>
              <a:lnSpc>
                <a:spcPct val="120000"/>
              </a:lnSpc>
              <a:spcBef>
                <a:spcPts val="1200"/>
              </a:spcBef>
            </a:pPr>
            <a:endParaRPr lang="en-GB" altLang="en-US" sz="2200" b="1">
              <a:highlight>
                <a:srgbClr val="FFFF00"/>
              </a:highlight>
              <a:latin typeface="Calibri" panose="020F0502020204030204" pitchFamily="34" charset="0"/>
              <a:cs typeface="Calibri" panose="020F0502020204030204" pitchFamily="34" charset="0"/>
            </a:endParaRPr>
          </a:p>
          <a:p>
            <a:pPr>
              <a:lnSpc>
                <a:spcPct val="120000"/>
              </a:lnSpc>
              <a:spcBef>
                <a:spcPts val="1200"/>
              </a:spcBef>
            </a:pPr>
            <a:r>
              <a:rPr lang="en-GB" altLang="en-US" sz="2200" b="1">
                <a:highlight>
                  <a:srgbClr val="FFFF00"/>
                </a:highlight>
                <a:latin typeface="Calibri" panose="020F0502020204030204" pitchFamily="34" charset="0"/>
                <a:cs typeface="Calibri" panose="020F0502020204030204" pitchFamily="34" charset="0"/>
              </a:rPr>
              <a:t>Activity</a:t>
            </a:r>
            <a:r>
              <a:rPr lang="en-GB" altLang="en-US" sz="2200">
                <a:highlight>
                  <a:srgbClr val="FFFF00"/>
                </a:highlight>
                <a:latin typeface="Calibri" panose="020F0502020204030204" pitchFamily="34" charset="0"/>
                <a:cs typeface="Calibri" panose="020F0502020204030204" pitchFamily="34" charset="0"/>
              </a:rPr>
              <a:t>: what is the price elasticity of demand if the quantity demanded increases from 8,000 units to 10,000 units when price is reduced from £80.00 to £72.00? Is demand elastic or inelastic?</a:t>
            </a:r>
          </a:p>
          <a:p>
            <a:pPr marL="593725" lvl="2" indent="0">
              <a:lnSpc>
                <a:spcPct val="120000"/>
              </a:lnSpc>
              <a:spcBef>
                <a:spcPts val="1200"/>
              </a:spcBef>
              <a:buNone/>
            </a:pPr>
            <a:r>
              <a:rPr lang="en-GB" altLang="en-US" noProof="1">
                <a:latin typeface="Helvetica"/>
                <a:cs typeface="Helvetica"/>
              </a:rPr>
              <a:t>% change in price = (72-80)/80 = -1/10</a:t>
            </a:r>
          </a:p>
          <a:p>
            <a:pPr marL="593725" lvl="2" indent="0">
              <a:lnSpc>
                <a:spcPct val="120000"/>
              </a:lnSpc>
              <a:spcBef>
                <a:spcPts val="1200"/>
              </a:spcBef>
              <a:buNone/>
            </a:pPr>
            <a:r>
              <a:rPr lang="en-GB" altLang="en-US" noProof="1">
                <a:latin typeface="Helvetica"/>
                <a:cs typeface="Helvetica"/>
              </a:rPr>
              <a:t>% change in qd = (10000 – 8000)/8000 = ¼</a:t>
            </a:r>
            <a:endParaRPr lang="en-GB" altLang="en-US" noProof="1">
              <a:cs typeface="Helvetica"/>
            </a:endParaRPr>
          </a:p>
          <a:p>
            <a:pPr marL="593725" lvl="2" indent="0">
              <a:lnSpc>
                <a:spcPct val="120000"/>
              </a:lnSpc>
              <a:spcBef>
                <a:spcPts val="1200"/>
              </a:spcBef>
              <a:buNone/>
            </a:pPr>
            <a:r>
              <a:rPr lang="en-GB" altLang="en-US" noProof="1">
                <a:latin typeface="Helvetica"/>
                <a:cs typeface="Helvetica"/>
              </a:rPr>
              <a:t>Elsaticity = ¼ / -0.1 = - ?</a:t>
            </a:r>
            <a:endParaRPr lang="en-GB" altLang="en-US" noProof="1">
              <a:cs typeface="Helvetica"/>
            </a:endParaRPr>
          </a:p>
        </p:txBody>
      </p:sp>
    </p:spTree>
    <p:custDataLst>
      <p:tags r:id="rId1"/>
    </p:custDataLst>
    <p:extLst>
      <p:ext uri="{BB962C8B-B14F-4D97-AF65-F5344CB8AC3E}">
        <p14:creationId xmlns:p14="http://schemas.microsoft.com/office/powerpoint/2010/main" val="84042085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 calcmode="lin" valueType="num">
                                      <p:cBhvr additive="base">
                                        <p:cTn id="7" dur="500"/>
                                        <p:tgtEl>
                                          <p:spTgt spid="6307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307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30787">
                                            <p:txEl>
                                              <p:pRg st="2" end="2"/>
                                            </p:txEl>
                                          </p:spTgt>
                                        </p:tgtEl>
                                        <p:attrNameLst>
                                          <p:attrName>style.visibility</p:attrName>
                                        </p:attrNameLst>
                                      </p:cBhvr>
                                      <p:to>
                                        <p:strVal val="visible"/>
                                      </p:to>
                                    </p:set>
                                    <p:anim calcmode="lin" valueType="num">
                                      <p:cBhvr additive="base">
                                        <p:cTn id="13" dur="500"/>
                                        <p:tgtEl>
                                          <p:spTgt spid="63078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30787">
                                            <p:txEl>
                                              <p:pRg st="2" end="2"/>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630787">
                                            <p:txEl>
                                              <p:pRg st="3" end="3"/>
                                            </p:txEl>
                                          </p:spTgt>
                                        </p:tgtEl>
                                        <p:attrNameLst>
                                          <p:attrName>style.visibility</p:attrName>
                                        </p:attrNameLst>
                                      </p:cBhvr>
                                      <p:to>
                                        <p:strVal val="visible"/>
                                      </p:to>
                                    </p:set>
                                    <p:anim calcmode="lin" valueType="num">
                                      <p:cBhvr additive="base">
                                        <p:cTn id="17" dur="500"/>
                                        <p:tgtEl>
                                          <p:spTgt spid="630787">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630787">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630787">
                                            <p:txEl>
                                              <p:pRg st="4" end="4"/>
                                            </p:txEl>
                                          </p:spTgt>
                                        </p:tgtEl>
                                        <p:attrNameLst>
                                          <p:attrName>style.visibility</p:attrName>
                                        </p:attrNameLst>
                                      </p:cBhvr>
                                      <p:to>
                                        <p:strVal val="visible"/>
                                      </p:to>
                                    </p:set>
                                    <p:anim calcmode="lin" valueType="num">
                                      <p:cBhvr additive="base">
                                        <p:cTn id="21" dur="500"/>
                                        <p:tgtEl>
                                          <p:spTgt spid="630787">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630787">
                                            <p:txEl>
                                              <p:pRg st="4" end="4"/>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630787">
                                            <p:txEl>
                                              <p:pRg st="5" end="5"/>
                                            </p:txEl>
                                          </p:spTgt>
                                        </p:tgtEl>
                                        <p:attrNameLst>
                                          <p:attrName>style.visibility</p:attrName>
                                        </p:attrNameLst>
                                      </p:cBhvr>
                                      <p:to>
                                        <p:strVal val="visible"/>
                                      </p:to>
                                    </p:set>
                                    <p:anim calcmode="lin" valueType="num">
                                      <p:cBhvr additive="base">
                                        <p:cTn id="25" dur="500"/>
                                        <p:tgtEl>
                                          <p:spTgt spid="630787">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307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build="p" bldLvl="2"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98CA472-2510-2B78-28B8-AFDD48DEA4F6}"/>
            </a:ext>
          </a:extLst>
        </p:cNvPr>
        <p:cNvGrpSpPr/>
        <p:nvPr/>
      </p:nvGrpSpPr>
      <p:grpSpPr>
        <a:xfrm>
          <a:off x="0" y="0"/>
          <a:ext cx="0" cy="0"/>
          <a:chOff x="0" y="0"/>
          <a:chExt cx="0" cy="0"/>
        </a:xfrm>
      </p:grpSpPr>
      <p:sp>
        <p:nvSpPr>
          <p:cNvPr id="630786" name="Rectangle 2">
            <a:extLst>
              <a:ext uri="{FF2B5EF4-FFF2-40B4-BE49-F238E27FC236}">
                <a16:creationId xmlns:a16="http://schemas.microsoft.com/office/drawing/2014/main" id="{9B3E6F57-A909-93FA-4552-8313D675F6F4}"/>
              </a:ext>
            </a:extLst>
          </p:cNvPr>
          <p:cNvSpPr>
            <a:spLocks noGrp="1" noChangeArrowheads="1"/>
          </p:cNvSpPr>
          <p:nvPr>
            <p:ph type="title"/>
          </p:nvPr>
        </p:nvSpPr>
        <p:spPr>
          <a:xfrm>
            <a:off x="338397" y="228814"/>
            <a:ext cx="10515600" cy="861720"/>
          </a:xfrm>
        </p:spPr>
        <p:txBody>
          <a:bodyPr/>
          <a:lstStyle/>
          <a:p>
            <a:r>
              <a:rPr lang="en-GB" altLang="en-US" noProof="1"/>
              <a:t>Price Elasticity of Demand</a:t>
            </a:r>
          </a:p>
        </p:txBody>
      </p:sp>
      <p:sp>
        <p:nvSpPr>
          <p:cNvPr id="630787" name="Rectangle 3">
            <a:extLst>
              <a:ext uri="{FF2B5EF4-FFF2-40B4-BE49-F238E27FC236}">
                <a16:creationId xmlns:a16="http://schemas.microsoft.com/office/drawing/2014/main" id="{0457ED0E-8637-33E3-D7A2-210D425CD508}"/>
              </a:ext>
            </a:extLst>
          </p:cNvPr>
          <p:cNvSpPr>
            <a:spLocks noGrp="1" noChangeArrowheads="1"/>
          </p:cNvSpPr>
          <p:nvPr>
            <p:ph sz="quarter" idx="1"/>
          </p:nvPr>
        </p:nvSpPr>
        <p:spPr>
          <a:xfrm>
            <a:off x="290138" y="1141949"/>
            <a:ext cx="11608282" cy="4854280"/>
          </a:xfrm>
        </p:spPr>
        <p:txBody>
          <a:bodyPr>
            <a:normAutofit lnSpcReduction="10000"/>
          </a:bodyPr>
          <a:lstStyle/>
          <a:p>
            <a:pPr marL="0" indent="0">
              <a:lnSpc>
                <a:spcPct val="120000"/>
              </a:lnSpc>
              <a:spcBef>
                <a:spcPts val="1200"/>
              </a:spcBef>
              <a:buNone/>
            </a:pPr>
            <a:r>
              <a:rPr lang="en-GB" altLang="en-US" sz="1900" noProof="1">
                <a:latin typeface="Calibri" panose="020F0502020204030204" pitchFamily="34" charset="0"/>
                <a:cs typeface="Calibri" panose="020F0502020204030204" pitchFamily="34" charset="0"/>
              </a:rPr>
              <a:t>%</a:t>
            </a:r>
            <a:r>
              <a:rPr lang="en-GB" altLang="en-US" sz="1900" noProof="1">
                <a:latin typeface="Calibri" panose="020F0502020204030204" pitchFamily="34" charset="0"/>
                <a:cs typeface="Calibri" panose="020F0502020204030204" pitchFamily="34" charset="0"/>
                <a:sym typeface="Symbol" panose="05050102010706020507" pitchFamily="18" charset="2"/>
              </a:rPr>
              <a:t></a:t>
            </a:r>
            <a:r>
              <a:rPr lang="en-GB" altLang="en-US" sz="1900" i="1" noProof="1">
                <a:latin typeface="Calibri" panose="020F0502020204030204" pitchFamily="34" charset="0"/>
                <a:cs typeface="Calibri" panose="020F0502020204030204" pitchFamily="34" charset="0"/>
              </a:rPr>
              <a:t>Q</a:t>
            </a:r>
            <a:r>
              <a:rPr lang="en-GB" altLang="en-US" sz="1900" baseline="-25000" noProof="1">
                <a:latin typeface="Calibri" panose="020F0502020204030204" pitchFamily="34" charset="0"/>
                <a:cs typeface="Calibri" panose="020F0502020204030204" pitchFamily="34" charset="0"/>
              </a:rPr>
              <a:t>D </a:t>
            </a:r>
            <a:r>
              <a:rPr lang="en-GB" altLang="en-US" sz="1900" noProof="1">
                <a:latin typeface="Calibri" panose="020F0502020204030204" pitchFamily="34" charset="0"/>
                <a:cs typeface="Calibri" panose="020F0502020204030204" pitchFamily="34" charset="0"/>
              </a:rPr>
              <a:t>= </a:t>
            </a:r>
            <a:r>
              <a:rPr lang="en-GB" altLang="en-US" sz="1900" i="1" noProof="1">
                <a:latin typeface="Calibri" panose="020F0502020204030204" pitchFamily="34" charset="0"/>
                <a:cs typeface="Calibri" panose="020F0502020204030204" pitchFamily="34" charset="0"/>
              </a:rPr>
              <a:t>[(10,000 – 8,000)/8,000] x 100 = 25%		</a:t>
            </a:r>
            <a:r>
              <a:rPr lang="en-GB" altLang="en-US" sz="1900" noProof="1">
                <a:latin typeface="Calibri" panose="020F0502020204030204" pitchFamily="34" charset="0"/>
                <a:cs typeface="Calibri" panose="020F0502020204030204" pitchFamily="34" charset="0"/>
              </a:rPr>
              <a:t> %</a:t>
            </a:r>
            <a:r>
              <a:rPr lang="en-GB" altLang="en-US" sz="1900" noProof="1">
                <a:latin typeface="Calibri" panose="020F0502020204030204" pitchFamily="34" charset="0"/>
                <a:cs typeface="Calibri" panose="020F0502020204030204" pitchFamily="34" charset="0"/>
                <a:sym typeface="Symbol" panose="05050102010706020507" pitchFamily="18" charset="2"/>
              </a:rPr>
              <a:t></a:t>
            </a:r>
            <a:r>
              <a:rPr lang="en-GB" altLang="en-US" sz="1900" i="1" noProof="1">
                <a:latin typeface="Calibri" panose="020F0502020204030204" pitchFamily="34" charset="0"/>
                <a:cs typeface="Calibri" panose="020F0502020204030204" pitchFamily="34" charset="0"/>
              </a:rPr>
              <a:t>P = [(80.00 – 72.00)/80.00] x 100 = -10%</a:t>
            </a:r>
          </a:p>
          <a:p>
            <a:pPr marL="0" indent="0">
              <a:lnSpc>
                <a:spcPct val="120000"/>
              </a:lnSpc>
              <a:spcBef>
                <a:spcPts val="1200"/>
              </a:spcBef>
              <a:buNone/>
            </a:pPr>
            <a:r>
              <a:rPr lang="en-GB" altLang="en-US" sz="1900" noProof="1">
                <a:latin typeface="Calibri" panose="020F0502020204030204" pitchFamily="34" charset="0"/>
                <a:cs typeface="Calibri" panose="020F0502020204030204" pitchFamily="34" charset="0"/>
              </a:rPr>
              <a:t>Price elasticity of demand:  %</a:t>
            </a:r>
            <a:r>
              <a:rPr lang="en-GB" altLang="en-US" sz="1900" noProof="1">
                <a:latin typeface="Calibri" panose="020F0502020204030204" pitchFamily="34" charset="0"/>
                <a:cs typeface="Calibri" panose="020F0502020204030204" pitchFamily="34" charset="0"/>
                <a:sym typeface="Symbol" panose="05050102010706020507" pitchFamily="18" charset="2"/>
              </a:rPr>
              <a:t></a:t>
            </a:r>
            <a:r>
              <a:rPr lang="en-GB" altLang="en-US" sz="1900" i="1" noProof="1">
                <a:latin typeface="Calibri" panose="020F0502020204030204" pitchFamily="34" charset="0"/>
                <a:cs typeface="Calibri" panose="020F0502020204030204" pitchFamily="34" charset="0"/>
              </a:rPr>
              <a:t>Q</a:t>
            </a:r>
            <a:r>
              <a:rPr lang="en-GB" altLang="en-US" sz="1900" baseline="-25000" noProof="1">
                <a:latin typeface="Calibri" panose="020F0502020204030204" pitchFamily="34" charset="0"/>
                <a:cs typeface="Calibri" panose="020F0502020204030204" pitchFamily="34" charset="0"/>
              </a:rPr>
              <a:t>D</a:t>
            </a:r>
            <a:r>
              <a:rPr lang="en-GB" altLang="en-US" sz="1900" i="1" noProof="1">
                <a:latin typeface="Calibri" panose="020F0502020204030204" pitchFamily="34" charset="0"/>
                <a:cs typeface="Calibri" panose="020F0502020204030204" pitchFamily="34" charset="0"/>
              </a:rPr>
              <a:t> </a:t>
            </a:r>
            <a:r>
              <a:rPr lang="en-GB" altLang="en-US" sz="1900" noProof="1">
                <a:latin typeface="Calibri" panose="020F0502020204030204" pitchFamily="34" charset="0"/>
                <a:cs typeface="Calibri" panose="020F0502020204030204" pitchFamily="34" charset="0"/>
              </a:rPr>
              <a:t>/ %</a:t>
            </a:r>
            <a:r>
              <a:rPr lang="en-GB" altLang="en-US" sz="1900" noProof="1">
                <a:latin typeface="Calibri" panose="020F0502020204030204" pitchFamily="34" charset="0"/>
                <a:cs typeface="Calibri" panose="020F0502020204030204" pitchFamily="34" charset="0"/>
                <a:sym typeface="Symbol" panose="05050102010706020507" pitchFamily="18" charset="2"/>
              </a:rPr>
              <a:t></a:t>
            </a:r>
            <a:r>
              <a:rPr lang="en-GB" altLang="en-US" sz="1900" i="1" noProof="1">
                <a:latin typeface="Calibri" panose="020F0502020204030204" pitchFamily="34" charset="0"/>
                <a:cs typeface="Calibri" panose="020F0502020204030204" pitchFamily="34" charset="0"/>
              </a:rPr>
              <a:t>P = 25% / -10% = -2.5</a:t>
            </a:r>
            <a:r>
              <a:rPr lang="en-GB" altLang="en-US" sz="1900" i="1" noProof="1">
                <a:highlight>
                  <a:srgbClr val="FFFF00"/>
                </a:highlight>
                <a:latin typeface="Calibri" panose="020F0502020204030204" pitchFamily="34" charset="0"/>
                <a:cs typeface="Calibri" panose="020F0502020204030204" pitchFamily="34" charset="0"/>
              </a:rPr>
              <a:t>	</a:t>
            </a:r>
            <a:endParaRPr lang="en-GB" altLang="en-US" sz="1900" noProof="1">
              <a:highlight>
                <a:srgbClr val="FFFF00"/>
              </a:highlight>
              <a:latin typeface="Calibri" panose="020F0502020204030204" pitchFamily="34" charset="0"/>
              <a:cs typeface="Calibri" panose="020F0502020204030204" pitchFamily="34" charset="0"/>
            </a:endParaRPr>
          </a:p>
          <a:p>
            <a:pPr>
              <a:lnSpc>
                <a:spcPct val="120000"/>
              </a:lnSpc>
              <a:spcBef>
                <a:spcPts val="1200"/>
              </a:spcBef>
            </a:pPr>
            <a:r>
              <a:rPr lang="en-GB" altLang="en-US" sz="1900" noProof="1">
                <a:latin typeface="Calibri" panose="020F0502020204030204" pitchFamily="34" charset="0"/>
                <a:cs typeface="Calibri" panose="020F0502020204030204" pitchFamily="34" charset="0"/>
              </a:rPr>
              <a:t>The sign: positive or negative? </a:t>
            </a:r>
          </a:p>
          <a:p>
            <a:pPr lvl="1">
              <a:lnSpc>
                <a:spcPct val="120000"/>
              </a:lnSpc>
              <a:spcBef>
                <a:spcPts val="1200"/>
              </a:spcBef>
            </a:pPr>
            <a:r>
              <a:rPr lang="en-GB" altLang="en-US" sz="1900" noProof="1">
                <a:latin typeface="Calibri" panose="020F0502020204030204" pitchFamily="34" charset="0"/>
                <a:cs typeface="Calibri" panose="020F0502020204030204" pitchFamily="34" charset="0"/>
              </a:rPr>
              <a:t>We already know that demand curves are downward sloping. </a:t>
            </a:r>
          </a:p>
          <a:p>
            <a:pPr lvl="1">
              <a:lnSpc>
                <a:spcPct val="120000"/>
              </a:lnSpc>
              <a:spcBef>
                <a:spcPts val="1200"/>
              </a:spcBef>
            </a:pPr>
            <a:r>
              <a:rPr lang="en-GB" altLang="en-US" sz="1900" noProof="1">
                <a:latin typeface="Calibri" panose="020F0502020204030204" pitchFamily="34" charset="0"/>
                <a:cs typeface="Calibri" panose="020F0502020204030204" pitchFamily="34" charset="0"/>
              </a:rPr>
              <a:t>If prices increase, the quantity demanded will fall. If prices fall, the quantity demanded will rise. </a:t>
            </a:r>
          </a:p>
          <a:p>
            <a:pPr lvl="1">
              <a:lnSpc>
                <a:spcPct val="120000"/>
              </a:lnSpc>
              <a:spcBef>
                <a:spcPts val="1200"/>
              </a:spcBef>
            </a:pPr>
            <a:r>
              <a:rPr lang="en-GB" altLang="en-US" sz="1900" noProof="1">
                <a:latin typeface="Calibri" panose="020F0502020204030204" pitchFamily="34" charset="0"/>
                <a:cs typeface="Calibri" panose="020F0502020204030204" pitchFamily="34" charset="0"/>
              </a:rPr>
              <a:t>Price elasticity of demand will be negative.</a:t>
            </a:r>
          </a:p>
          <a:p>
            <a:pPr>
              <a:lnSpc>
                <a:spcPct val="120000"/>
              </a:lnSpc>
              <a:spcBef>
                <a:spcPts val="1200"/>
              </a:spcBef>
            </a:pPr>
            <a:r>
              <a:rPr lang="en-GB" altLang="en-US" sz="1900" noProof="1">
                <a:latin typeface="Calibri" panose="020F0502020204030204" pitchFamily="34" charset="0"/>
                <a:cs typeface="Calibri" panose="020F0502020204030204" pitchFamily="34" charset="0"/>
              </a:rPr>
              <a:t>The value (ignoring the negative sign): greater or less than 1?</a:t>
            </a:r>
          </a:p>
          <a:p>
            <a:pPr lvl="1">
              <a:lnSpc>
                <a:spcPct val="120000"/>
              </a:lnSpc>
              <a:spcBef>
                <a:spcPts val="1200"/>
              </a:spcBef>
            </a:pPr>
            <a:r>
              <a:rPr lang="en-GB" altLang="en-US" sz="1900" noProof="1">
                <a:latin typeface="Calibri" panose="020F0502020204030204" pitchFamily="34" charset="0"/>
                <a:cs typeface="Calibri" panose="020F0502020204030204" pitchFamily="34" charset="0"/>
              </a:rPr>
              <a:t>Elastic demand: </a:t>
            </a:r>
            <a:r>
              <a:rPr lang="en-GB" sz="1900">
                <a:latin typeface="Calibri" panose="020F0502020204030204" pitchFamily="34" charset="0"/>
                <a:cs typeface="Calibri" panose="020F0502020204030204" pitchFamily="34" charset="0"/>
                <a:sym typeface="Symbol" panose="05050102010706020507" pitchFamily="18" charset="2"/>
              </a:rPr>
              <a:t> &gt; 1 where a change in P causes a proportionately larger change in Q (flatter curve).</a:t>
            </a:r>
          </a:p>
          <a:p>
            <a:pPr lvl="1">
              <a:lnSpc>
                <a:spcPct val="120000"/>
              </a:lnSpc>
              <a:spcBef>
                <a:spcPts val="1200"/>
              </a:spcBef>
            </a:pPr>
            <a:r>
              <a:rPr lang="en-GB" altLang="en-US" sz="1900" noProof="1">
                <a:latin typeface="Calibri" panose="020F0502020204030204" pitchFamily="34" charset="0"/>
                <a:cs typeface="Calibri" panose="020F0502020204030204" pitchFamily="34" charset="0"/>
                <a:sym typeface="Symbol" panose="05050102010706020507" pitchFamily="18" charset="2"/>
              </a:rPr>
              <a:t>Inelastic demand:</a:t>
            </a:r>
            <a:r>
              <a:rPr lang="en-GB" altLang="en-US" sz="1900" noProof="1">
                <a:latin typeface="Calibri" panose="020F0502020204030204" pitchFamily="34" charset="0"/>
                <a:cs typeface="Calibri" panose="020F0502020204030204" pitchFamily="34" charset="0"/>
              </a:rPr>
              <a:t> </a:t>
            </a:r>
            <a:r>
              <a:rPr lang="en-GB" sz="1900">
                <a:latin typeface="Calibri" panose="020F0502020204030204" pitchFamily="34" charset="0"/>
                <a:cs typeface="Calibri" panose="020F0502020204030204" pitchFamily="34" charset="0"/>
                <a:sym typeface="Symbol" panose="05050102010706020507" pitchFamily="18" charset="2"/>
              </a:rPr>
              <a:t> &lt; 1 where a change in P causes a proportionately smaller change in Q (steeper).</a:t>
            </a:r>
          </a:p>
          <a:p>
            <a:pPr lvl="1">
              <a:lnSpc>
                <a:spcPct val="120000"/>
              </a:lnSpc>
              <a:spcBef>
                <a:spcPts val="1200"/>
              </a:spcBef>
            </a:pPr>
            <a:r>
              <a:rPr lang="en-GB" altLang="en-US" sz="1900" noProof="1">
                <a:latin typeface="Calibri" panose="020F0502020204030204" pitchFamily="34" charset="0"/>
                <a:cs typeface="Calibri" panose="020F0502020204030204" pitchFamily="34" charset="0"/>
                <a:sym typeface="Symbol" panose="05050102010706020507" pitchFamily="18" charset="2"/>
              </a:rPr>
              <a:t>Unit elastic demand: </a:t>
            </a:r>
            <a:r>
              <a:rPr lang="en-GB" altLang="en-US" sz="1900" noProof="1">
                <a:latin typeface="Calibri" panose="020F0502020204030204" pitchFamily="34" charset="0"/>
                <a:cs typeface="Calibri" panose="020F0502020204030204" pitchFamily="34" charset="0"/>
              </a:rPr>
              <a:t> </a:t>
            </a:r>
            <a:r>
              <a:rPr lang="en-GB" sz="1900">
                <a:latin typeface="Calibri" panose="020F0502020204030204" pitchFamily="34" charset="0"/>
                <a:cs typeface="Calibri" panose="020F0502020204030204" pitchFamily="34" charset="0"/>
                <a:sym typeface="Symbol" panose="05050102010706020507" pitchFamily="18" charset="2"/>
              </a:rPr>
              <a:t> = 1 where Q changes proportionately the same as P.</a:t>
            </a:r>
          </a:p>
          <a:p>
            <a:pPr lvl="2">
              <a:lnSpc>
                <a:spcPct val="120000"/>
              </a:lnSpc>
              <a:spcBef>
                <a:spcPts val="1200"/>
              </a:spcBef>
            </a:pPr>
            <a:endParaRPr lang="en-GB" altLang="en-US" noProof="1">
              <a:sym typeface="Symbol" panose="05050102010706020507" pitchFamily="18" charset="2"/>
            </a:endParaRPr>
          </a:p>
        </p:txBody>
      </p:sp>
    </p:spTree>
    <p:custDataLst>
      <p:tags r:id="rId1"/>
    </p:custDataLst>
    <p:extLst>
      <p:ext uri="{BB962C8B-B14F-4D97-AF65-F5344CB8AC3E}">
        <p14:creationId xmlns:p14="http://schemas.microsoft.com/office/powerpoint/2010/main" val="124401452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 calcmode="lin" valueType="num">
                                      <p:cBhvr additive="base">
                                        <p:cTn id="7" dur="500"/>
                                        <p:tgtEl>
                                          <p:spTgt spid="6307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307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30787">
                                            <p:txEl>
                                              <p:pRg st="1" end="1"/>
                                            </p:txEl>
                                          </p:spTgt>
                                        </p:tgtEl>
                                        <p:attrNameLst>
                                          <p:attrName>style.visibility</p:attrName>
                                        </p:attrNameLst>
                                      </p:cBhvr>
                                      <p:to>
                                        <p:strVal val="visible"/>
                                      </p:to>
                                    </p:set>
                                    <p:anim calcmode="lin" valueType="num">
                                      <p:cBhvr additive="base">
                                        <p:cTn id="13" dur="500"/>
                                        <p:tgtEl>
                                          <p:spTgt spid="6307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307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30787">
                                            <p:txEl>
                                              <p:pRg st="2" end="2"/>
                                            </p:txEl>
                                          </p:spTgt>
                                        </p:tgtEl>
                                        <p:attrNameLst>
                                          <p:attrName>style.visibility</p:attrName>
                                        </p:attrNameLst>
                                      </p:cBhvr>
                                      <p:to>
                                        <p:strVal val="visible"/>
                                      </p:to>
                                    </p:set>
                                    <p:anim calcmode="lin" valueType="num">
                                      <p:cBhvr additive="base">
                                        <p:cTn id="19" dur="500"/>
                                        <p:tgtEl>
                                          <p:spTgt spid="6307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307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30787">
                                            <p:txEl>
                                              <p:pRg st="3" end="3"/>
                                            </p:txEl>
                                          </p:spTgt>
                                        </p:tgtEl>
                                        <p:attrNameLst>
                                          <p:attrName>style.visibility</p:attrName>
                                        </p:attrNameLst>
                                      </p:cBhvr>
                                      <p:to>
                                        <p:strVal val="visible"/>
                                      </p:to>
                                    </p:set>
                                    <p:anim calcmode="lin" valueType="num">
                                      <p:cBhvr additive="base">
                                        <p:cTn id="25" dur="500"/>
                                        <p:tgtEl>
                                          <p:spTgt spid="63078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3078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630787">
                                            <p:txEl>
                                              <p:pRg st="4" end="4"/>
                                            </p:txEl>
                                          </p:spTgt>
                                        </p:tgtEl>
                                        <p:attrNameLst>
                                          <p:attrName>style.visibility</p:attrName>
                                        </p:attrNameLst>
                                      </p:cBhvr>
                                      <p:to>
                                        <p:strVal val="visible"/>
                                      </p:to>
                                    </p:set>
                                    <p:anim calcmode="lin" valueType="num">
                                      <p:cBhvr additive="base">
                                        <p:cTn id="31" dur="500"/>
                                        <p:tgtEl>
                                          <p:spTgt spid="63078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63078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30787">
                                            <p:txEl>
                                              <p:pRg st="5" end="5"/>
                                            </p:txEl>
                                          </p:spTgt>
                                        </p:tgtEl>
                                        <p:attrNameLst>
                                          <p:attrName>style.visibility</p:attrName>
                                        </p:attrNameLst>
                                      </p:cBhvr>
                                      <p:to>
                                        <p:strVal val="visible"/>
                                      </p:to>
                                    </p:set>
                                    <p:anim calcmode="lin" valueType="num">
                                      <p:cBhvr additive="base">
                                        <p:cTn id="37" dur="500"/>
                                        <p:tgtEl>
                                          <p:spTgt spid="63078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63078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630787">
                                            <p:txEl>
                                              <p:pRg st="6" end="6"/>
                                            </p:txEl>
                                          </p:spTgt>
                                        </p:tgtEl>
                                        <p:attrNameLst>
                                          <p:attrName>style.visibility</p:attrName>
                                        </p:attrNameLst>
                                      </p:cBhvr>
                                      <p:to>
                                        <p:strVal val="visible"/>
                                      </p:to>
                                    </p:set>
                                    <p:anim calcmode="lin" valueType="num">
                                      <p:cBhvr additive="base">
                                        <p:cTn id="43" dur="500"/>
                                        <p:tgtEl>
                                          <p:spTgt spid="63078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63078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630787">
                                            <p:txEl>
                                              <p:pRg st="7" end="7"/>
                                            </p:txEl>
                                          </p:spTgt>
                                        </p:tgtEl>
                                        <p:attrNameLst>
                                          <p:attrName>style.visibility</p:attrName>
                                        </p:attrNameLst>
                                      </p:cBhvr>
                                      <p:to>
                                        <p:strVal val="visible"/>
                                      </p:to>
                                    </p:set>
                                    <p:anim calcmode="lin" valueType="num">
                                      <p:cBhvr additive="base">
                                        <p:cTn id="49" dur="500"/>
                                        <p:tgtEl>
                                          <p:spTgt spid="63078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630787">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630787">
                                            <p:txEl>
                                              <p:pRg st="8" end="8"/>
                                            </p:txEl>
                                          </p:spTgt>
                                        </p:tgtEl>
                                        <p:attrNameLst>
                                          <p:attrName>style.visibility</p:attrName>
                                        </p:attrNameLst>
                                      </p:cBhvr>
                                      <p:to>
                                        <p:strVal val="visible"/>
                                      </p:to>
                                    </p:set>
                                    <p:anim calcmode="lin" valueType="num">
                                      <p:cBhvr additive="base">
                                        <p:cTn id="55" dur="500"/>
                                        <p:tgtEl>
                                          <p:spTgt spid="63078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630787">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630787">
                                            <p:txEl>
                                              <p:pRg st="9" end="9"/>
                                            </p:txEl>
                                          </p:spTgt>
                                        </p:tgtEl>
                                        <p:attrNameLst>
                                          <p:attrName>style.visibility</p:attrName>
                                        </p:attrNameLst>
                                      </p:cBhvr>
                                      <p:to>
                                        <p:strVal val="visible"/>
                                      </p:to>
                                    </p:set>
                                    <p:anim calcmode="lin" valueType="num">
                                      <p:cBhvr additive="base">
                                        <p:cTn id="61" dur="500"/>
                                        <p:tgtEl>
                                          <p:spTgt spid="630787">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6307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6E5D8A3D-17B7-45A0-9258-AB5D10C41AD6}"/>
              </a:ext>
            </a:extLst>
          </p:cNvPr>
          <p:cNvSpPr>
            <a:spLocks noGrp="1" noChangeArrowheads="1"/>
          </p:cNvSpPr>
          <p:nvPr>
            <p:ph type="ctrTitle"/>
          </p:nvPr>
        </p:nvSpPr>
        <p:spPr/>
        <p:txBody>
          <a:bodyPr/>
          <a:lstStyle/>
          <a:p>
            <a:r>
              <a:rPr lang="en-GB" altLang="en-US"/>
              <a:t>Business in a Market Environment</a:t>
            </a:r>
          </a:p>
        </p:txBody>
      </p:sp>
      <p:sp>
        <p:nvSpPr>
          <p:cNvPr id="414723" name="Rectangle 3">
            <a:extLst>
              <a:ext uri="{FF2B5EF4-FFF2-40B4-BE49-F238E27FC236}">
                <a16:creationId xmlns:a16="http://schemas.microsoft.com/office/drawing/2014/main" id="{979D01DE-78BA-47FE-831A-3FDFF38412D3}"/>
              </a:ext>
            </a:extLst>
          </p:cNvPr>
          <p:cNvSpPr>
            <a:spLocks noGrp="1" noChangeArrowheads="1"/>
          </p:cNvSpPr>
          <p:nvPr>
            <p:ph type="subTitle" idx="1"/>
          </p:nvPr>
        </p:nvSpPr>
        <p:spPr/>
        <p:txBody>
          <a:bodyPr/>
          <a:lstStyle/>
          <a:p>
            <a:r>
              <a:rPr lang="en-GB" altLang="en-US"/>
              <a:t>The Importance of Price Elasticity of Demand to Busines Decision Making</a:t>
            </a:r>
          </a:p>
        </p:txBody>
      </p:sp>
    </p:spTree>
    <p:extLst>
      <p:ext uri="{BB962C8B-B14F-4D97-AF65-F5344CB8AC3E}">
        <p14:creationId xmlns:p14="http://schemas.microsoft.com/office/powerpoint/2010/main" val="708315776"/>
      </p:ext>
    </p:extLst>
  </p:cSld>
  <p:clrMapOvr>
    <a:masterClrMapping/>
  </p:clrMapOvr>
  <p:transition spd="slow">
    <p:pull dir="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B75B1623-67EF-45EB-804B-38671347E3D0}"/>
              </a:ext>
            </a:extLst>
          </p:cNvPr>
          <p:cNvSpPr>
            <a:spLocks noGrp="1"/>
          </p:cNvSpPr>
          <p:nvPr>
            <p:ph type="title"/>
          </p:nvPr>
        </p:nvSpPr>
        <p:spPr>
          <a:xfrm>
            <a:off x="213692" y="180976"/>
            <a:ext cx="11738112" cy="790573"/>
          </a:xfrm>
        </p:spPr>
        <p:txBody>
          <a:bodyPr>
            <a:normAutofit fontScale="90000"/>
          </a:bodyPr>
          <a:lstStyle/>
          <a:p>
            <a:pPr>
              <a:lnSpc>
                <a:spcPct val="80000"/>
              </a:lnSpc>
            </a:pPr>
            <a:r>
              <a:rPr lang="en-GB" altLang="en-US" sz="3600"/>
              <a:t>Price Elasticity of Demand &amp; Business Decision Making</a:t>
            </a:r>
          </a:p>
        </p:txBody>
      </p:sp>
      <p:sp>
        <p:nvSpPr>
          <p:cNvPr id="396291" name="Rectangle 3">
            <a:extLst>
              <a:ext uri="{FF2B5EF4-FFF2-40B4-BE49-F238E27FC236}">
                <a16:creationId xmlns:a16="http://schemas.microsoft.com/office/drawing/2014/main" id="{BEF8711B-6B5A-4203-A0FA-682E148A9C78}"/>
              </a:ext>
            </a:extLst>
          </p:cNvPr>
          <p:cNvSpPr>
            <a:spLocks noGrp="1"/>
          </p:cNvSpPr>
          <p:nvPr>
            <p:ph sz="quarter" idx="1"/>
          </p:nvPr>
        </p:nvSpPr>
        <p:spPr>
          <a:xfrm>
            <a:off x="402336" y="1485901"/>
            <a:ext cx="11137055" cy="4899990"/>
          </a:xfrm>
        </p:spPr>
        <p:txBody>
          <a:bodyPr/>
          <a:lstStyle/>
          <a:p>
            <a:pPr>
              <a:spcBef>
                <a:spcPts val="600"/>
              </a:spcBef>
            </a:pPr>
            <a:r>
              <a:rPr lang="en-GB" altLang="en-US" sz="2200">
                <a:latin typeface="Calibri" panose="020F0502020204030204" pitchFamily="34" charset="0"/>
                <a:cs typeface="Calibri" panose="020F0502020204030204" pitchFamily="34" charset="0"/>
              </a:rPr>
              <a:t>Price elasticity of demand and a firm’s sales revenue </a:t>
            </a:r>
          </a:p>
          <a:p>
            <a:pPr marL="0" indent="0">
              <a:spcBef>
                <a:spcPts val="600"/>
              </a:spcBef>
              <a:buNone/>
            </a:pPr>
            <a:endParaRPr lang="en-GB" altLang="en-US" sz="2200">
              <a:latin typeface="Calibri" panose="020F0502020204030204" pitchFamily="34" charset="0"/>
              <a:cs typeface="Calibri" panose="020F0502020204030204" pitchFamily="34" charset="0"/>
            </a:endParaRPr>
          </a:p>
          <a:p>
            <a:pPr>
              <a:spcBef>
                <a:spcPts val="600"/>
              </a:spcBef>
            </a:pPr>
            <a:r>
              <a:rPr lang="en-GB" altLang="en-US" sz="2200">
                <a:latin typeface="Calibri" panose="020F0502020204030204" pitchFamily="34" charset="0"/>
                <a:cs typeface="Calibri" panose="020F0502020204030204" pitchFamily="34" charset="0"/>
              </a:rPr>
              <a:t>Total sales revenue is equal to price times quantity sold (</a:t>
            </a:r>
            <a:r>
              <a:rPr lang="en-GB" altLang="en-US" sz="2200" i="1">
                <a:latin typeface="Calibri" panose="020F0502020204030204" pitchFamily="34" charset="0"/>
                <a:cs typeface="Calibri" panose="020F0502020204030204" pitchFamily="34" charset="0"/>
              </a:rPr>
              <a:t>TR = P </a:t>
            </a:r>
            <a:r>
              <a:rPr lang="en-GB" altLang="en-US" sz="2200">
                <a:latin typeface="Calibri" panose="020F0502020204030204" pitchFamily="34" charset="0"/>
                <a:cs typeface="Calibri" panose="020F0502020204030204" pitchFamily="34" charset="0"/>
              </a:rPr>
              <a:t>x</a:t>
            </a:r>
            <a:r>
              <a:rPr lang="en-GB" altLang="en-US" sz="2200" i="1">
                <a:latin typeface="Calibri" panose="020F0502020204030204" pitchFamily="34" charset="0"/>
                <a:cs typeface="Calibri" panose="020F0502020204030204" pitchFamily="34" charset="0"/>
              </a:rPr>
              <a:t> Q</a:t>
            </a:r>
            <a:r>
              <a:rPr lang="en-GB" altLang="en-US" sz="2200">
                <a:latin typeface="Calibri" panose="020F0502020204030204" pitchFamily="34" charset="0"/>
                <a:cs typeface="Calibri" panose="020F0502020204030204" pitchFamily="34" charset="0"/>
              </a:rPr>
              <a:t>)</a:t>
            </a:r>
          </a:p>
          <a:p>
            <a:pPr>
              <a:spcBef>
                <a:spcPts val="600"/>
              </a:spcBef>
            </a:pPr>
            <a:endParaRPr lang="en-GB" altLang="en-US" sz="2200" b="1">
              <a:highlight>
                <a:srgbClr val="FFFF00"/>
              </a:highlight>
              <a:latin typeface="Calibri" panose="020F0502020204030204" pitchFamily="34" charset="0"/>
              <a:cs typeface="Calibri" panose="020F0502020204030204" pitchFamily="34" charset="0"/>
            </a:endParaRPr>
          </a:p>
          <a:p>
            <a:pPr>
              <a:spcBef>
                <a:spcPts val="600"/>
              </a:spcBef>
            </a:pPr>
            <a:r>
              <a:rPr lang="en-GB" altLang="en-US" sz="2200" b="1">
                <a:highlight>
                  <a:srgbClr val="FFFF00"/>
                </a:highlight>
                <a:latin typeface="Calibri" panose="020F0502020204030204" pitchFamily="34" charset="0"/>
                <a:cs typeface="Calibri" panose="020F0502020204030204" pitchFamily="34" charset="0"/>
              </a:rPr>
              <a:t>Activity</a:t>
            </a:r>
            <a:r>
              <a:rPr lang="en-GB" altLang="en-US" sz="2200">
                <a:highlight>
                  <a:srgbClr val="FFFF00"/>
                </a:highlight>
                <a:latin typeface="Calibri" panose="020F0502020204030204" pitchFamily="34" charset="0"/>
                <a:cs typeface="Calibri" panose="020F0502020204030204" pitchFamily="34" charset="0"/>
              </a:rPr>
              <a:t>: </a:t>
            </a:r>
          </a:p>
          <a:p>
            <a:pPr>
              <a:spcBef>
                <a:spcPts val="600"/>
              </a:spcBef>
            </a:pPr>
            <a:endParaRPr lang="en-GB" altLang="en-US" sz="2200">
              <a:highlight>
                <a:srgbClr val="FFFF00"/>
              </a:highlight>
              <a:latin typeface="Calibri" panose="020F0502020204030204" pitchFamily="34" charset="0"/>
              <a:cs typeface="Calibri" panose="020F0502020204030204" pitchFamily="34" charset="0"/>
            </a:endParaRPr>
          </a:p>
          <a:p>
            <a:pPr lvl="1">
              <a:spcBef>
                <a:spcPts val="600"/>
              </a:spcBef>
            </a:pPr>
            <a:r>
              <a:rPr lang="en-GB" altLang="en-US">
                <a:highlight>
                  <a:srgbClr val="FFFF00"/>
                </a:highlight>
                <a:latin typeface="Calibri" panose="020F0502020204030204" pitchFamily="34" charset="0"/>
                <a:cs typeface="Calibri" panose="020F0502020204030204" pitchFamily="34" charset="0"/>
              </a:rPr>
              <a:t>If you were the owner of a business and you knew the price elasticity of demand for your product was elastic over a particular price range, would you increase or reduce its price?</a:t>
            </a:r>
          </a:p>
          <a:p>
            <a:pPr lvl="1">
              <a:spcBef>
                <a:spcPts val="600"/>
              </a:spcBef>
            </a:pPr>
            <a:endParaRPr lang="en-GB" altLang="en-US">
              <a:highlight>
                <a:srgbClr val="FFFF00"/>
              </a:highlight>
              <a:latin typeface="Calibri" panose="020F0502020204030204" pitchFamily="34" charset="0"/>
              <a:cs typeface="Calibri" panose="020F0502020204030204" pitchFamily="34" charset="0"/>
            </a:endParaRPr>
          </a:p>
          <a:p>
            <a:pPr lvl="1">
              <a:spcBef>
                <a:spcPts val="600"/>
              </a:spcBef>
            </a:pPr>
            <a:r>
              <a:rPr lang="en-GB" altLang="en-US">
                <a:highlight>
                  <a:srgbClr val="FFFF00"/>
                </a:highlight>
                <a:latin typeface="Calibri" panose="020F0502020204030204" pitchFamily="34" charset="0"/>
                <a:cs typeface="Calibri" panose="020F0502020204030204" pitchFamily="34" charset="0"/>
              </a:rPr>
              <a:t>If you were the owner of a business and you knew the price elasticity of demand for your product was inelastic over a particular price range, would you increase or reduce its price?</a:t>
            </a:r>
          </a:p>
          <a:p>
            <a:pPr marL="593725" lvl="2" indent="0">
              <a:spcBef>
                <a:spcPts val="600"/>
              </a:spcBef>
              <a:buNone/>
            </a:pPr>
            <a:endParaRPr lang="en-GB" altLang="en-US"/>
          </a:p>
        </p:txBody>
      </p:sp>
    </p:spTree>
    <p:extLst>
      <p:ext uri="{BB962C8B-B14F-4D97-AF65-F5344CB8AC3E}">
        <p14:creationId xmlns:p14="http://schemas.microsoft.com/office/powerpoint/2010/main" val="353259241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6291">
                                            <p:txEl>
                                              <p:pRg st="0" end="0"/>
                                            </p:txEl>
                                          </p:spTgt>
                                        </p:tgtEl>
                                        <p:attrNameLst>
                                          <p:attrName>style.visibility</p:attrName>
                                        </p:attrNameLst>
                                      </p:cBhvr>
                                      <p:to>
                                        <p:strVal val="visible"/>
                                      </p:to>
                                    </p:set>
                                    <p:anim calcmode="lin" valueType="num">
                                      <p:cBhvr additive="base">
                                        <p:cTn id="7" dur="500"/>
                                        <p:tgtEl>
                                          <p:spTgt spid="39629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629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6291">
                                            <p:txEl>
                                              <p:pRg st="2" end="2"/>
                                            </p:txEl>
                                          </p:spTgt>
                                        </p:tgtEl>
                                        <p:attrNameLst>
                                          <p:attrName>style.visibility</p:attrName>
                                        </p:attrNameLst>
                                      </p:cBhvr>
                                      <p:to>
                                        <p:strVal val="visible"/>
                                      </p:to>
                                    </p:set>
                                    <p:anim calcmode="lin" valueType="num">
                                      <p:cBhvr additive="base">
                                        <p:cTn id="13" dur="500"/>
                                        <p:tgtEl>
                                          <p:spTgt spid="39629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629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6291">
                                            <p:txEl>
                                              <p:pRg st="4" end="4"/>
                                            </p:txEl>
                                          </p:spTgt>
                                        </p:tgtEl>
                                        <p:attrNameLst>
                                          <p:attrName>style.visibility</p:attrName>
                                        </p:attrNameLst>
                                      </p:cBhvr>
                                      <p:to>
                                        <p:strVal val="visible"/>
                                      </p:to>
                                    </p:set>
                                    <p:anim calcmode="lin" valueType="num">
                                      <p:cBhvr additive="base">
                                        <p:cTn id="19" dur="500"/>
                                        <p:tgtEl>
                                          <p:spTgt spid="396291">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6291">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6291">
                                            <p:txEl>
                                              <p:pRg st="6" end="6"/>
                                            </p:txEl>
                                          </p:spTgt>
                                        </p:tgtEl>
                                        <p:attrNameLst>
                                          <p:attrName>style.visibility</p:attrName>
                                        </p:attrNameLst>
                                      </p:cBhvr>
                                      <p:to>
                                        <p:strVal val="visible"/>
                                      </p:to>
                                    </p:set>
                                    <p:anim calcmode="lin" valueType="num">
                                      <p:cBhvr additive="base">
                                        <p:cTn id="25" dur="500"/>
                                        <p:tgtEl>
                                          <p:spTgt spid="396291">
                                            <p:txEl>
                                              <p:pRg st="6" end="6"/>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6291">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6291">
                                            <p:txEl>
                                              <p:pRg st="8" end="8"/>
                                            </p:txEl>
                                          </p:spTgt>
                                        </p:tgtEl>
                                        <p:attrNameLst>
                                          <p:attrName>style.visibility</p:attrName>
                                        </p:attrNameLst>
                                      </p:cBhvr>
                                      <p:to>
                                        <p:strVal val="visible"/>
                                      </p:to>
                                    </p:set>
                                    <p:anim calcmode="lin" valueType="num">
                                      <p:cBhvr additive="base">
                                        <p:cTn id="31" dur="500"/>
                                        <p:tgtEl>
                                          <p:spTgt spid="396291">
                                            <p:txEl>
                                              <p:pRg st="8" end="8"/>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6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1"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B75B1623-67EF-45EB-804B-38671347E3D0}"/>
              </a:ext>
            </a:extLst>
          </p:cNvPr>
          <p:cNvSpPr>
            <a:spLocks noGrp="1"/>
          </p:cNvSpPr>
          <p:nvPr>
            <p:ph type="title"/>
          </p:nvPr>
        </p:nvSpPr>
        <p:spPr>
          <a:xfrm>
            <a:off x="213692" y="180976"/>
            <a:ext cx="11738112" cy="790573"/>
          </a:xfrm>
        </p:spPr>
        <p:txBody>
          <a:bodyPr>
            <a:normAutofit fontScale="90000"/>
          </a:bodyPr>
          <a:lstStyle/>
          <a:p>
            <a:pPr>
              <a:lnSpc>
                <a:spcPct val="80000"/>
              </a:lnSpc>
            </a:pPr>
            <a:r>
              <a:rPr lang="en-GB" altLang="en-US" sz="3600"/>
              <a:t>Price Elasticity of Demand &amp; Business Decision Making</a:t>
            </a:r>
          </a:p>
        </p:txBody>
      </p:sp>
      <p:sp>
        <p:nvSpPr>
          <p:cNvPr id="396291" name="Rectangle 3">
            <a:extLst>
              <a:ext uri="{FF2B5EF4-FFF2-40B4-BE49-F238E27FC236}">
                <a16:creationId xmlns:a16="http://schemas.microsoft.com/office/drawing/2014/main" id="{BEF8711B-6B5A-4203-A0FA-682E148A9C78}"/>
              </a:ext>
            </a:extLst>
          </p:cNvPr>
          <p:cNvSpPr>
            <a:spLocks noGrp="1"/>
          </p:cNvSpPr>
          <p:nvPr>
            <p:ph sz="quarter" idx="1"/>
          </p:nvPr>
        </p:nvSpPr>
        <p:spPr>
          <a:xfrm>
            <a:off x="-315337" y="840988"/>
            <a:ext cx="12128422" cy="5285158"/>
          </a:xfrm>
        </p:spPr>
        <p:txBody>
          <a:bodyPr/>
          <a:lstStyle/>
          <a:p>
            <a:pPr marL="593725" lvl="2" indent="0">
              <a:spcBef>
                <a:spcPts val="600"/>
              </a:spcBef>
              <a:buNone/>
            </a:pPr>
            <a:endParaRPr lang="en-GB" altLang="en-US" sz="2000">
              <a:latin typeface="Calibri" panose="020F0502020204030204" pitchFamily="34" charset="0"/>
              <a:cs typeface="Calibri" panose="020F0502020204030204" pitchFamily="34" charset="0"/>
            </a:endParaRPr>
          </a:p>
          <a:p>
            <a:pPr marL="593725" lvl="2" indent="0">
              <a:lnSpc>
                <a:spcPct val="100000"/>
              </a:lnSpc>
              <a:spcBef>
                <a:spcPts val="1200"/>
              </a:spcBef>
              <a:buNone/>
            </a:pPr>
            <a:r>
              <a:rPr lang="en-GB" altLang="en-US" sz="2000" b="1">
                <a:latin typeface="Calibri" panose="020F0502020204030204" pitchFamily="34" charset="0"/>
                <a:cs typeface="Calibri" panose="020F0502020204030204" pitchFamily="34" charset="0"/>
              </a:rPr>
              <a:t>Elastic demand</a:t>
            </a:r>
          </a:p>
          <a:p>
            <a:pPr lvl="2">
              <a:lnSpc>
                <a:spcPct val="100000"/>
              </a:lnSpc>
              <a:spcBef>
                <a:spcPts val="1200"/>
              </a:spcBef>
            </a:pPr>
            <a:r>
              <a:rPr lang="en-GB" altLang="en-US" sz="2000">
                <a:latin typeface="Calibri" panose="020F0502020204030204" pitchFamily="34" charset="0"/>
                <a:cs typeface="Calibri" panose="020F0502020204030204" pitchFamily="34" charset="0"/>
              </a:rPr>
              <a:t>Quantity changes proportionately more than price – the change in quantity has a bigger effect on total revenue than does the change in price</a:t>
            </a:r>
          </a:p>
          <a:p>
            <a:pPr lvl="2">
              <a:lnSpc>
                <a:spcPct val="100000"/>
              </a:lnSpc>
              <a:spcBef>
                <a:spcPts val="1200"/>
              </a:spcBef>
            </a:pPr>
            <a:r>
              <a:rPr lang="en-GB" altLang="en-US" sz="2000">
                <a:latin typeface="Calibri" panose="020F0502020204030204" pitchFamily="34" charset="0"/>
                <a:cs typeface="Calibri" panose="020F0502020204030204" pitchFamily="34" charset="0"/>
              </a:rPr>
              <a:t>P rises; Q falls proportionately more; therefore, TR falls</a:t>
            </a:r>
          </a:p>
          <a:p>
            <a:pPr lvl="2">
              <a:lnSpc>
                <a:spcPct val="100000"/>
              </a:lnSpc>
              <a:spcBef>
                <a:spcPts val="1200"/>
              </a:spcBef>
            </a:pPr>
            <a:r>
              <a:rPr lang="en-GB" altLang="en-US" sz="2000" b="1">
                <a:latin typeface="Calibri" panose="020F0502020204030204" pitchFamily="34" charset="0"/>
                <a:cs typeface="Calibri" panose="020F0502020204030204" pitchFamily="34" charset="0"/>
              </a:rPr>
              <a:t>P falls</a:t>
            </a:r>
            <a:r>
              <a:rPr lang="en-GB" altLang="en-US" sz="2000">
                <a:latin typeface="Calibri" panose="020F0502020204030204" pitchFamily="34" charset="0"/>
                <a:cs typeface="Calibri" panose="020F0502020204030204" pitchFamily="34" charset="0"/>
              </a:rPr>
              <a:t>; Q rises proportionately more; therefore, </a:t>
            </a:r>
            <a:r>
              <a:rPr lang="en-GB" altLang="en-US" sz="2000" b="1">
                <a:latin typeface="Calibri" panose="020F0502020204030204" pitchFamily="34" charset="0"/>
                <a:cs typeface="Calibri" panose="020F0502020204030204" pitchFamily="34" charset="0"/>
              </a:rPr>
              <a:t>TR rises</a:t>
            </a:r>
          </a:p>
          <a:p>
            <a:pPr marL="593725" lvl="2" indent="0">
              <a:lnSpc>
                <a:spcPct val="100000"/>
              </a:lnSpc>
              <a:spcBef>
                <a:spcPts val="1200"/>
              </a:spcBef>
              <a:buNone/>
            </a:pPr>
            <a:endParaRPr lang="en-GB" altLang="en-US" sz="2000">
              <a:latin typeface="Calibri" panose="020F0502020204030204" pitchFamily="34" charset="0"/>
              <a:cs typeface="Calibri" panose="020F0502020204030204" pitchFamily="34" charset="0"/>
            </a:endParaRPr>
          </a:p>
          <a:p>
            <a:pPr marL="593725" lvl="2" indent="0">
              <a:lnSpc>
                <a:spcPct val="100000"/>
              </a:lnSpc>
              <a:spcBef>
                <a:spcPts val="1200"/>
              </a:spcBef>
              <a:buNone/>
            </a:pPr>
            <a:r>
              <a:rPr lang="en-GB" altLang="en-US" sz="2000" b="1">
                <a:latin typeface="Calibri" panose="020F0502020204030204" pitchFamily="34" charset="0"/>
                <a:cs typeface="Calibri" panose="020F0502020204030204" pitchFamily="34" charset="0"/>
              </a:rPr>
              <a:t>Inelastic demand</a:t>
            </a:r>
          </a:p>
          <a:p>
            <a:pPr lvl="2">
              <a:lnSpc>
                <a:spcPct val="100000"/>
              </a:lnSpc>
              <a:spcBef>
                <a:spcPts val="1200"/>
              </a:spcBef>
            </a:pPr>
            <a:r>
              <a:rPr lang="en-GB" altLang="en-US" sz="2000">
                <a:latin typeface="Calibri" panose="020F0502020204030204" pitchFamily="34" charset="0"/>
                <a:cs typeface="Calibri" panose="020F0502020204030204" pitchFamily="34" charset="0"/>
              </a:rPr>
              <a:t>Price changes proportionately more than quantity – the change in price has a bigger effect on total revenue than does the change in quantity</a:t>
            </a:r>
          </a:p>
          <a:p>
            <a:pPr lvl="2">
              <a:lnSpc>
                <a:spcPct val="100000"/>
              </a:lnSpc>
              <a:spcBef>
                <a:spcPts val="1200"/>
              </a:spcBef>
            </a:pPr>
            <a:r>
              <a:rPr lang="en-GB" altLang="en-US" sz="2000" b="1">
                <a:latin typeface="Calibri" panose="020F0502020204030204" pitchFamily="34" charset="0"/>
                <a:cs typeface="Calibri" panose="020F0502020204030204" pitchFamily="34" charset="0"/>
              </a:rPr>
              <a:t>P rises</a:t>
            </a:r>
            <a:r>
              <a:rPr lang="en-GB" altLang="en-US" sz="2000">
                <a:latin typeface="Calibri" panose="020F0502020204030204" pitchFamily="34" charset="0"/>
                <a:cs typeface="Calibri" panose="020F0502020204030204" pitchFamily="34" charset="0"/>
              </a:rPr>
              <a:t>; Q falls proportionately less; </a:t>
            </a:r>
            <a:r>
              <a:rPr lang="en-GB" altLang="en-US" sz="2000" b="1">
                <a:latin typeface="Calibri" panose="020F0502020204030204" pitchFamily="34" charset="0"/>
                <a:cs typeface="Calibri" panose="020F0502020204030204" pitchFamily="34" charset="0"/>
              </a:rPr>
              <a:t>TR rises</a:t>
            </a:r>
          </a:p>
          <a:p>
            <a:pPr lvl="2">
              <a:lnSpc>
                <a:spcPct val="100000"/>
              </a:lnSpc>
              <a:spcBef>
                <a:spcPts val="1200"/>
              </a:spcBef>
            </a:pPr>
            <a:r>
              <a:rPr lang="en-GB" altLang="en-US" sz="2000">
                <a:latin typeface="Calibri" panose="020F0502020204030204" pitchFamily="34" charset="0"/>
                <a:cs typeface="Calibri" panose="020F0502020204030204" pitchFamily="34" charset="0"/>
              </a:rPr>
              <a:t>P falls; Q rises proportionately less; TR falls</a:t>
            </a:r>
          </a:p>
        </p:txBody>
      </p:sp>
    </p:spTree>
    <p:extLst>
      <p:ext uri="{BB962C8B-B14F-4D97-AF65-F5344CB8AC3E}">
        <p14:creationId xmlns:p14="http://schemas.microsoft.com/office/powerpoint/2010/main" val="304047352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6291">
                                            <p:txEl>
                                              <p:pRg st="1" end="1"/>
                                            </p:txEl>
                                          </p:spTgt>
                                        </p:tgtEl>
                                        <p:attrNameLst>
                                          <p:attrName>style.visibility</p:attrName>
                                        </p:attrNameLst>
                                      </p:cBhvr>
                                      <p:to>
                                        <p:strVal val="visible"/>
                                      </p:to>
                                    </p:set>
                                    <p:anim calcmode="lin" valueType="num">
                                      <p:cBhvr additive="base">
                                        <p:cTn id="7" dur="500"/>
                                        <p:tgtEl>
                                          <p:spTgt spid="396291">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6291">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6291">
                                            <p:txEl>
                                              <p:pRg st="2" end="2"/>
                                            </p:txEl>
                                          </p:spTgt>
                                        </p:tgtEl>
                                        <p:attrNameLst>
                                          <p:attrName>style.visibility</p:attrName>
                                        </p:attrNameLst>
                                      </p:cBhvr>
                                      <p:to>
                                        <p:strVal val="visible"/>
                                      </p:to>
                                    </p:set>
                                    <p:anim calcmode="lin" valueType="num">
                                      <p:cBhvr additive="base">
                                        <p:cTn id="13" dur="500"/>
                                        <p:tgtEl>
                                          <p:spTgt spid="39629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629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6291">
                                            <p:txEl>
                                              <p:pRg st="3" end="3"/>
                                            </p:txEl>
                                          </p:spTgt>
                                        </p:tgtEl>
                                        <p:attrNameLst>
                                          <p:attrName>style.visibility</p:attrName>
                                        </p:attrNameLst>
                                      </p:cBhvr>
                                      <p:to>
                                        <p:strVal val="visible"/>
                                      </p:to>
                                    </p:set>
                                    <p:anim calcmode="lin" valueType="num">
                                      <p:cBhvr additive="base">
                                        <p:cTn id="19" dur="500"/>
                                        <p:tgtEl>
                                          <p:spTgt spid="39629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629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6291">
                                            <p:txEl>
                                              <p:pRg st="4" end="4"/>
                                            </p:txEl>
                                          </p:spTgt>
                                        </p:tgtEl>
                                        <p:attrNameLst>
                                          <p:attrName>style.visibility</p:attrName>
                                        </p:attrNameLst>
                                      </p:cBhvr>
                                      <p:to>
                                        <p:strVal val="visible"/>
                                      </p:to>
                                    </p:set>
                                    <p:anim calcmode="lin" valueType="num">
                                      <p:cBhvr additive="base">
                                        <p:cTn id="25" dur="500"/>
                                        <p:tgtEl>
                                          <p:spTgt spid="396291">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6291">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6291">
                                            <p:txEl>
                                              <p:pRg st="6" end="6"/>
                                            </p:txEl>
                                          </p:spTgt>
                                        </p:tgtEl>
                                        <p:attrNameLst>
                                          <p:attrName>style.visibility</p:attrName>
                                        </p:attrNameLst>
                                      </p:cBhvr>
                                      <p:to>
                                        <p:strVal val="visible"/>
                                      </p:to>
                                    </p:set>
                                    <p:anim calcmode="lin" valueType="num">
                                      <p:cBhvr additive="base">
                                        <p:cTn id="31" dur="500"/>
                                        <p:tgtEl>
                                          <p:spTgt spid="396291">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629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6291">
                                            <p:txEl>
                                              <p:pRg st="7" end="7"/>
                                            </p:txEl>
                                          </p:spTgt>
                                        </p:tgtEl>
                                        <p:attrNameLst>
                                          <p:attrName>style.visibility</p:attrName>
                                        </p:attrNameLst>
                                      </p:cBhvr>
                                      <p:to>
                                        <p:strVal val="visible"/>
                                      </p:to>
                                    </p:set>
                                    <p:anim calcmode="lin" valueType="num">
                                      <p:cBhvr additive="base">
                                        <p:cTn id="37" dur="500"/>
                                        <p:tgtEl>
                                          <p:spTgt spid="396291">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6291">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96291">
                                            <p:txEl>
                                              <p:pRg st="8" end="8"/>
                                            </p:txEl>
                                          </p:spTgt>
                                        </p:tgtEl>
                                        <p:attrNameLst>
                                          <p:attrName>style.visibility</p:attrName>
                                        </p:attrNameLst>
                                      </p:cBhvr>
                                      <p:to>
                                        <p:strVal val="visible"/>
                                      </p:to>
                                    </p:set>
                                    <p:anim calcmode="lin" valueType="num">
                                      <p:cBhvr additive="base">
                                        <p:cTn id="43" dur="500"/>
                                        <p:tgtEl>
                                          <p:spTgt spid="396291">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96291">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96291">
                                            <p:txEl>
                                              <p:pRg st="9" end="9"/>
                                            </p:txEl>
                                          </p:spTgt>
                                        </p:tgtEl>
                                        <p:attrNameLst>
                                          <p:attrName>style.visibility</p:attrName>
                                        </p:attrNameLst>
                                      </p:cBhvr>
                                      <p:to>
                                        <p:strVal val="visible"/>
                                      </p:to>
                                    </p:set>
                                    <p:anim calcmode="lin" valueType="num">
                                      <p:cBhvr additive="base">
                                        <p:cTn id="49" dur="500"/>
                                        <p:tgtEl>
                                          <p:spTgt spid="396291">
                                            <p:txEl>
                                              <p:pRg st="9" end="9"/>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96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1" grpId="0" build="p" bldLvl="3"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B75B1623-67EF-45EB-804B-38671347E3D0}"/>
              </a:ext>
            </a:extLst>
          </p:cNvPr>
          <p:cNvSpPr>
            <a:spLocks noGrp="1"/>
          </p:cNvSpPr>
          <p:nvPr>
            <p:ph type="title"/>
          </p:nvPr>
        </p:nvSpPr>
        <p:spPr>
          <a:xfrm>
            <a:off x="213692" y="363488"/>
            <a:ext cx="5409016" cy="875003"/>
          </a:xfrm>
        </p:spPr>
        <p:txBody>
          <a:bodyPr>
            <a:normAutofit fontScale="90000"/>
          </a:bodyPr>
          <a:lstStyle/>
          <a:p>
            <a:pPr>
              <a:lnSpc>
                <a:spcPct val="80000"/>
              </a:lnSpc>
            </a:pPr>
            <a:r>
              <a:rPr lang="en-GB" altLang="en-US" sz="3600"/>
              <a:t>Price Elasticity of Demand &amp; Business Decision Making</a:t>
            </a:r>
          </a:p>
        </p:txBody>
      </p:sp>
      <p:pic>
        <p:nvPicPr>
          <p:cNvPr id="2" name="Content Placeholder 1">
            <a:extLst>
              <a:ext uri="{FF2B5EF4-FFF2-40B4-BE49-F238E27FC236}">
                <a16:creationId xmlns:a16="http://schemas.microsoft.com/office/drawing/2014/main" id="{5C5A87DE-90F1-886F-5EBF-F684AACA8058}"/>
              </a:ext>
            </a:extLst>
          </p:cNvPr>
          <p:cNvPicPr>
            <a:picLocks noGrp="1" noChangeAspect="1"/>
          </p:cNvPicPr>
          <p:nvPr>
            <p:ph sz="quarter" idx="1"/>
          </p:nvPr>
        </p:nvPicPr>
        <p:blipFill>
          <a:blip r:embed="rId3"/>
          <a:stretch>
            <a:fillRect/>
          </a:stretch>
        </p:blipFill>
        <p:spPr>
          <a:xfrm>
            <a:off x="722459" y="1678454"/>
            <a:ext cx="4953429" cy="3429297"/>
          </a:xfrm>
          <a:prstGeom prst="rect">
            <a:avLst/>
          </a:prstGeom>
        </p:spPr>
      </p:pic>
      <p:pic>
        <p:nvPicPr>
          <p:cNvPr id="3" name="Picture 2">
            <a:extLst>
              <a:ext uri="{FF2B5EF4-FFF2-40B4-BE49-F238E27FC236}">
                <a16:creationId xmlns:a16="http://schemas.microsoft.com/office/drawing/2014/main" id="{1AE34EE7-2440-40B9-149F-9873FB2F8216}"/>
              </a:ext>
            </a:extLst>
          </p:cNvPr>
          <p:cNvPicPr>
            <a:picLocks noChangeAspect="1"/>
          </p:cNvPicPr>
          <p:nvPr/>
        </p:nvPicPr>
        <p:blipFill>
          <a:blip r:embed="rId4"/>
          <a:stretch>
            <a:fillRect/>
          </a:stretch>
        </p:blipFill>
        <p:spPr>
          <a:xfrm>
            <a:off x="6435411" y="357976"/>
            <a:ext cx="4953429" cy="3429297"/>
          </a:xfrm>
          <a:prstGeom prst="rect">
            <a:avLst/>
          </a:prstGeom>
        </p:spPr>
      </p:pic>
      <p:sp>
        <p:nvSpPr>
          <p:cNvPr id="4" name="TextBox 3">
            <a:extLst>
              <a:ext uri="{FF2B5EF4-FFF2-40B4-BE49-F238E27FC236}">
                <a16:creationId xmlns:a16="http://schemas.microsoft.com/office/drawing/2014/main" id="{203D6AC0-9C4A-51E5-71A7-127376095AB7}"/>
              </a:ext>
            </a:extLst>
          </p:cNvPr>
          <p:cNvSpPr txBox="1"/>
          <p:nvPr/>
        </p:nvSpPr>
        <p:spPr>
          <a:xfrm>
            <a:off x="622688" y="5204725"/>
            <a:ext cx="5548109" cy="923330"/>
          </a:xfrm>
          <a:prstGeom prst="rect">
            <a:avLst/>
          </a:prstGeom>
          <a:noFill/>
        </p:spPr>
        <p:txBody>
          <a:bodyPr wrap="square" rtlCol="0">
            <a:spAutoFit/>
          </a:bodyPr>
          <a:lstStyle/>
          <a:p>
            <a:r>
              <a:rPr lang="en-GB" sz="1800">
                <a:latin typeface="Calibri" panose="020F0502020204030204" pitchFamily="34" charset="0"/>
                <a:cs typeface="Calibri" panose="020F0502020204030204" pitchFamily="34" charset="0"/>
              </a:rPr>
              <a:t>(a) Elastic demand between two points</a:t>
            </a:r>
          </a:p>
          <a:p>
            <a:r>
              <a:rPr lang="en-GB" sz="1800">
                <a:latin typeface="Calibri" panose="020F0502020204030204" pitchFamily="34" charset="0"/>
                <a:cs typeface="Calibri" panose="020F0502020204030204" pitchFamily="34" charset="0"/>
              </a:rPr>
              <a:t>TR before price rise = £4.00 x 20,000 units = £80,000</a:t>
            </a:r>
          </a:p>
          <a:p>
            <a:r>
              <a:rPr lang="en-GB" sz="1800">
                <a:latin typeface="Calibri" panose="020F0502020204030204" pitchFamily="34" charset="0"/>
                <a:cs typeface="Calibri" panose="020F0502020204030204" pitchFamily="34" charset="0"/>
              </a:rPr>
              <a:t>TR after price rise = £5.00 x 10,000 units = £50,000</a:t>
            </a:r>
          </a:p>
        </p:txBody>
      </p:sp>
      <p:sp>
        <p:nvSpPr>
          <p:cNvPr id="5" name="TextBox 4">
            <a:extLst>
              <a:ext uri="{FF2B5EF4-FFF2-40B4-BE49-F238E27FC236}">
                <a16:creationId xmlns:a16="http://schemas.microsoft.com/office/drawing/2014/main" id="{11FB88B2-686F-AE55-CD2B-9FEDC11BD782}"/>
              </a:ext>
            </a:extLst>
          </p:cNvPr>
          <p:cNvSpPr txBox="1"/>
          <p:nvPr/>
        </p:nvSpPr>
        <p:spPr>
          <a:xfrm>
            <a:off x="6479337" y="4034316"/>
            <a:ext cx="5329326" cy="923330"/>
          </a:xfrm>
          <a:prstGeom prst="rect">
            <a:avLst/>
          </a:prstGeom>
          <a:noFill/>
        </p:spPr>
        <p:txBody>
          <a:bodyPr wrap="square" rtlCol="0">
            <a:spAutoFit/>
          </a:bodyPr>
          <a:lstStyle/>
          <a:p>
            <a:r>
              <a:rPr lang="en-GB" sz="1800">
                <a:latin typeface="Calibri" panose="020F0502020204030204" pitchFamily="34" charset="0"/>
                <a:cs typeface="Calibri" panose="020F0502020204030204" pitchFamily="34" charset="0"/>
              </a:rPr>
              <a:t>(b) Inelastic demand between two points</a:t>
            </a:r>
          </a:p>
          <a:p>
            <a:r>
              <a:rPr lang="en-GB" sz="1800">
                <a:latin typeface="Calibri" panose="020F0502020204030204" pitchFamily="34" charset="0"/>
                <a:cs typeface="Calibri" panose="020F0502020204030204" pitchFamily="34" charset="0"/>
              </a:rPr>
              <a:t>TR before price rise = £4.00 x 20,000 units = £80,000</a:t>
            </a:r>
          </a:p>
          <a:p>
            <a:r>
              <a:rPr lang="en-GB" sz="1800">
                <a:latin typeface="Calibri" panose="020F0502020204030204" pitchFamily="34" charset="0"/>
                <a:cs typeface="Calibri" panose="020F0502020204030204" pitchFamily="34" charset="0"/>
              </a:rPr>
              <a:t>TR after price rise = £8.00 x 15,000 units = £120,000</a:t>
            </a:r>
          </a:p>
        </p:txBody>
      </p:sp>
    </p:spTree>
    <p:extLst>
      <p:ext uri="{BB962C8B-B14F-4D97-AF65-F5344CB8AC3E}">
        <p14:creationId xmlns:p14="http://schemas.microsoft.com/office/powerpoint/2010/main" val="2602735759"/>
      </p:ext>
    </p:extLst>
  </p:cSld>
  <p:clrMapOvr>
    <a:masterClrMapping/>
  </p:clrMapOvr>
  <p:transition spd="slow">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D734B9BC-D4BE-4BBF-A8CC-56F68D679C4B}"/>
              </a:ext>
            </a:extLst>
          </p:cNvPr>
          <p:cNvSpPr>
            <a:spLocks noGrp="1" noChangeArrowheads="1"/>
          </p:cNvSpPr>
          <p:nvPr>
            <p:ph type="ctrTitle"/>
          </p:nvPr>
        </p:nvSpPr>
        <p:spPr/>
        <p:txBody>
          <a:bodyPr/>
          <a:lstStyle/>
          <a:p>
            <a:r>
              <a:rPr lang="en-GB" altLang="en-US"/>
              <a:t>The Working of</a:t>
            </a:r>
            <a:br>
              <a:rPr lang="en-GB" altLang="en-US"/>
            </a:br>
            <a:r>
              <a:rPr lang="en-GB" altLang="en-US"/>
              <a:t>Competitive Markets</a:t>
            </a:r>
          </a:p>
        </p:txBody>
      </p:sp>
      <p:sp>
        <p:nvSpPr>
          <p:cNvPr id="412675" name="Rectangle 3">
            <a:extLst>
              <a:ext uri="{FF2B5EF4-FFF2-40B4-BE49-F238E27FC236}">
                <a16:creationId xmlns:a16="http://schemas.microsoft.com/office/drawing/2014/main" id="{90305A32-A463-4F57-83BE-F8E4CC14FE62}"/>
              </a:ext>
            </a:extLst>
          </p:cNvPr>
          <p:cNvSpPr>
            <a:spLocks noGrp="1" noChangeArrowheads="1"/>
          </p:cNvSpPr>
          <p:nvPr>
            <p:ph type="subTitle" idx="1"/>
          </p:nvPr>
        </p:nvSpPr>
        <p:spPr/>
        <p:txBody>
          <a:bodyPr/>
          <a:lstStyle/>
          <a:p>
            <a:r>
              <a:rPr lang="en-GB" altLang="en-US"/>
              <a:t>Other Elasticities</a:t>
            </a:r>
          </a:p>
        </p:txBody>
      </p:sp>
    </p:spTree>
    <p:extLst>
      <p:ext uri="{BB962C8B-B14F-4D97-AF65-F5344CB8AC3E}">
        <p14:creationId xmlns:p14="http://schemas.microsoft.com/office/powerpoint/2010/main" val="2962987689"/>
      </p:ext>
    </p:extLst>
  </p:cSld>
  <p:clrMapOvr>
    <a:masterClrMapping/>
  </p:clrMapOvr>
  <p:transition spd="slow">
    <p:pull dir="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B7AA4B3D-B06C-494A-A740-F43AAE90CCD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8339" name="Rectangle 3">
            <a:extLst>
              <a:ext uri="{FF2B5EF4-FFF2-40B4-BE49-F238E27FC236}">
                <a16:creationId xmlns:a16="http://schemas.microsoft.com/office/drawing/2014/main" id="{706B2868-F14B-4CED-AE73-DF384FC1C42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8340" name="Rectangle 4">
            <a:extLst>
              <a:ext uri="{FF2B5EF4-FFF2-40B4-BE49-F238E27FC236}">
                <a16:creationId xmlns:a16="http://schemas.microsoft.com/office/drawing/2014/main" id="{A079B773-9E5F-4586-9DAF-6F349116D5BA}"/>
              </a:ext>
            </a:extLst>
          </p:cNvPr>
          <p:cNvSpPr>
            <a:spLocks noGrp="1"/>
          </p:cNvSpPr>
          <p:nvPr>
            <p:ph type="title"/>
          </p:nvPr>
        </p:nvSpPr>
        <p:spPr>
          <a:xfrm>
            <a:off x="321359" y="228816"/>
            <a:ext cx="11049005" cy="861720"/>
          </a:xfrm>
        </p:spPr>
        <p:txBody>
          <a:bodyPr>
            <a:normAutofit fontScale="90000"/>
          </a:bodyPr>
          <a:lstStyle/>
          <a:p>
            <a:r>
              <a:rPr lang="en-GB" altLang="en-US"/>
              <a:t>Other Elasticities – Income Elasticity of Demand </a:t>
            </a:r>
          </a:p>
        </p:txBody>
      </p:sp>
      <p:sp>
        <p:nvSpPr>
          <p:cNvPr id="398341" name="Rectangle 5">
            <a:extLst>
              <a:ext uri="{FF2B5EF4-FFF2-40B4-BE49-F238E27FC236}">
                <a16:creationId xmlns:a16="http://schemas.microsoft.com/office/drawing/2014/main" id="{060C596E-8618-4A0D-BB8B-DFCED4924249}"/>
              </a:ext>
            </a:extLst>
          </p:cNvPr>
          <p:cNvSpPr>
            <a:spLocks noGrp="1"/>
          </p:cNvSpPr>
          <p:nvPr>
            <p:ph sz="quarter" idx="1"/>
          </p:nvPr>
        </p:nvSpPr>
        <p:spPr>
          <a:xfrm>
            <a:off x="360634" y="1271894"/>
            <a:ext cx="11248270" cy="4714305"/>
          </a:xfrm>
        </p:spPr>
        <p:txBody>
          <a:bodyPr>
            <a:normAutofit/>
          </a:bodyPr>
          <a:lstStyle/>
          <a:p>
            <a:pPr marL="0" indent="0">
              <a:lnSpc>
                <a:spcPct val="100000"/>
              </a:lnSpc>
              <a:spcBef>
                <a:spcPts val="0"/>
              </a:spcBef>
              <a:spcAft>
                <a:spcPts val="600"/>
              </a:spcAft>
              <a:buNone/>
            </a:pPr>
            <a:r>
              <a:rPr lang="en-GB" altLang="en-US" sz="2000" b="1">
                <a:latin typeface="Calibri" panose="020F0502020204030204" pitchFamily="34" charset="0"/>
                <a:cs typeface="Calibri" panose="020F0502020204030204" pitchFamily="34" charset="0"/>
              </a:rPr>
              <a:t>Income elasticity of demand </a:t>
            </a:r>
            <a:r>
              <a:rPr lang="en-GB" altLang="en-US" sz="2000">
                <a:latin typeface="Calibri" panose="020F0502020204030204" pitchFamily="34" charset="0"/>
                <a:cs typeface="Calibri" panose="020F0502020204030204" pitchFamily="34" charset="0"/>
              </a:rPr>
              <a:t>(%</a:t>
            </a:r>
            <a:r>
              <a:rPr lang="en-GB" altLang="en-US" sz="2000">
                <a:latin typeface="Calibri" panose="020F0502020204030204" pitchFamily="34" charset="0"/>
                <a:cs typeface="Calibri" panose="020F0502020204030204" pitchFamily="34" charset="0"/>
                <a:sym typeface="Symbol" panose="05050102010706020507" pitchFamily="18" charset="2"/>
              </a:rPr>
              <a:t></a:t>
            </a:r>
            <a:r>
              <a:rPr lang="en-GB" altLang="en-US" sz="2000" i="1">
                <a:latin typeface="Calibri" panose="020F0502020204030204" pitchFamily="34" charset="0"/>
                <a:cs typeface="Calibri" panose="020F0502020204030204" pitchFamily="34" charset="0"/>
              </a:rPr>
              <a:t>Q</a:t>
            </a:r>
            <a:r>
              <a:rPr lang="en-GB" altLang="en-US" sz="2000" baseline="-25000">
                <a:latin typeface="Calibri" panose="020F0502020204030204" pitchFamily="34" charset="0"/>
                <a:cs typeface="Calibri" panose="020F0502020204030204" pitchFamily="34" charset="0"/>
              </a:rPr>
              <a:t>D</a:t>
            </a:r>
            <a:r>
              <a:rPr lang="en-GB" altLang="en-US" sz="2000">
                <a:latin typeface="Calibri" panose="020F0502020204030204" pitchFamily="34" charset="0"/>
                <a:cs typeface="Calibri" panose="020F0502020204030204" pitchFamily="34" charset="0"/>
              </a:rPr>
              <a:t> / %</a:t>
            </a:r>
            <a:r>
              <a:rPr lang="en-GB" altLang="en-US" sz="2000">
                <a:latin typeface="Calibri" panose="020F0502020204030204" pitchFamily="34" charset="0"/>
                <a:cs typeface="Calibri" panose="020F0502020204030204" pitchFamily="34" charset="0"/>
                <a:sym typeface="Symbol" panose="05050102010706020507" pitchFamily="18" charset="2"/>
              </a:rPr>
              <a:t></a:t>
            </a:r>
            <a:r>
              <a:rPr lang="en-GB" altLang="en-US" sz="2000" i="1">
                <a:latin typeface="Calibri" panose="020F0502020204030204" pitchFamily="34" charset="0"/>
                <a:cs typeface="Calibri" panose="020F0502020204030204" pitchFamily="34" charset="0"/>
              </a:rPr>
              <a:t>Y) - </a:t>
            </a:r>
            <a:r>
              <a:rPr lang="en-GB" altLang="en-US" sz="2000">
                <a:latin typeface="Calibri" panose="020F0502020204030204" pitchFamily="34" charset="0"/>
                <a:cs typeface="Calibri" panose="020F0502020204030204" pitchFamily="34" charset="0"/>
              </a:rPr>
              <a:t>a measure of the responsiveness of demand to a change in consumer incomes</a:t>
            </a:r>
          </a:p>
          <a:p>
            <a:pPr marL="0" indent="0">
              <a:lnSpc>
                <a:spcPct val="100000"/>
              </a:lnSpc>
              <a:spcBef>
                <a:spcPts val="0"/>
              </a:spcBef>
              <a:spcAft>
                <a:spcPts val="600"/>
              </a:spcAft>
              <a:buNone/>
            </a:pPr>
            <a:endParaRPr lang="en-GB" altLang="en-US" sz="2000">
              <a:latin typeface="Calibri" panose="020F0502020204030204" pitchFamily="34" charset="0"/>
              <a:cs typeface="Calibri" panose="020F0502020204030204" pitchFamily="34" charset="0"/>
            </a:endParaRPr>
          </a:p>
          <a:p>
            <a:pPr>
              <a:lnSpc>
                <a:spcPct val="100000"/>
              </a:lnSpc>
              <a:spcBef>
                <a:spcPts val="0"/>
              </a:spcBef>
              <a:spcAft>
                <a:spcPts val="600"/>
              </a:spcAft>
            </a:pPr>
            <a:r>
              <a:rPr lang="en-GB" altLang="en-US" sz="2000" b="1">
                <a:latin typeface="Calibri" panose="020F0502020204030204" pitchFamily="34" charset="0"/>
                <a:cs typeface="Calibri" panose="020F0502020204030204" pitchFamily="34" charset="0"/>
              </a:rPr>
              <a:t>Degree of ‘necessity’ of the good</a:t>
            </a:r>
            <a:r>
              <a:rPr lang="en-GB" altLang="en-US" sz="2000">
                <a:latin typeface="Calibri" panose="020F0502020204030204" pitchFamily="34" charset="0"/>
                <a:cs typeface="Calibri" panose="020F0502020204030204" pitchFamily="34" charset="0"/>
              </a:rPr>
              <a:t> </a:t>
            </a:r>
          </a:p>
          <a:p>
            <a:pPr lvl="1">
              <a:lnSpc>
                <a:spcPct val="100000"/>
              </a:lnSpc>
              <a:spcBef>
                <a:spcPts val="0"/>
              </a:spcBef>
              <a:spcAft>
                <a:spcPts val="600"/>
              </a:spcAft>
            </a:pPr>
            <a:r>
              <a:rPr lang="en-GB" altLang="en-US">
                <a:latin typeface="Calibri" panose="020F0502020204030204" pitchFamily="34" charset="0"/>
                <a:cs typeface="Calibri" panose="020F0502020204030204" pitchFamily="34" charset="0"/>
              </a:rPr>
              <a:t>In a developed country, the demand for luxury goods expands rapidly as people’s incomes rise, whereas the demand for basic goods, such as bread, rises only a little.</a:t>
            </a:r>
          </a:p>
          <a:p>
            <a:pPr>
              <a:lnSpc>
                <a:spcPct val="100000"/>
              </a:lnSpc>
              <a:spcBef>
                <a:spcPts val="0"/>
              </a:spcBef>
              <a:spcAft>
                <a:spcPts val="600"/>
              </a:spcAft>
            </a:pPr>
            <a:endParaRPr lang="en-GB" altLang="en-US" sz="2000">
              <a:latin typeface="Calibri" panose="020F0502020204030204" pitchFamily="34" charset="0"/>
              <a:cs typeface="Calibri" panose="020F0502020204030204" pitchFamily="34" charset="0"/>
            </a:endParaRPr>
          </a:p>
          <a:p>
            <a:pPr>
              <a:lnSpc>
                <a:spcPct val="100000"/>
              </a:lnSpc>
              <a:spcBef>
                <a:spcPts val="0"/>
              </a:spcBef>
              <a:spcAft>
                <a:spcPts val="600"/>
              </a:spcAft>
            </a:pPr>
            <a:r>
              <a:rPr lang="en-GB" altLang="en-US" sz="2000" b="1">
                <a:latin typeface="Calibri" panose="020F0502020204030204" pitchFamily="34" charset="0"/>
                <a:cs typeface="Calibri" panose="020F0502020204030204" pitchFamily="34" charset="0"/>
              </a:rPr>
              <a:t>Level of income of consumers </a:t>
            </a:r>
            <a:endParaRPr lang="en-GB" altLang="en-US" sz="2000">
              <a:latin typeface="Calibri" panose="020F0502020204030204" pitchFamily="34" charset="0"/>
              <a:cs typeface="Calibri" panose="020F0502020204030204" pitchFamily="34" charset="0"/>
            </a:endParaRPr>
          </a:p>
          <a:p>
            <a:pPr lvl="1">
              <a:lnSpc>
                <a:spcPct val="100000"/>
              </a:lnSpc>
              <a:spcBef>
                <a:spcPts val="0"/>
              </a:spcBef>
              <a:spcAft>
                <a:spcPts val="600"/>
              </a:spcAft>
            </a:pPr>
            <a:r>
              <a:rPr lang="en-GB" altLang="en-US">
                <a:latin typeface="Calibri" panose="020F0502020204030204" pitchFamily="34" charset="0"/>
                <a:cs typeface="Calibri" panose="020F0502020204030204" pitchFamily="34" charset="0"/>
              </a:rPr>
              <a:t>Sales of products with a high-income elasticity of demand are likely to expand rapidly as national income rises but may also fall significantly if the economy moves into recession. </a:t>
            </a:r>
          </a:p>
          <a:p>
            <a:pPr lvl="1">
              <a:lnSpc>
                <a:spcPct val="100000"/>
              </a:lnSpc>
              <a:spcBef>
                <a:spcPts val="0"/>
              </a:spcBef>
              <a:spcAft>
                <a:spcPts val="600"/>
              </a:spcAft>
            </a:pPr>
            <a:r>
              <a:rPr lang="en-GB" altLang="en-US">
                <a:latin typeface="Calibri" panose="020F0502020204030204" pitchFamily="34" charset="0"/>
                <a:cs typeface="Calibri" panose="020F0502020204030204" pitchFamily="34" charset="0"/>
              </a:rPr>
              <a:t>Demand for inferior goods decrease as income rises, as people switch to better-quality goods.</a:t>
            </a:r>
          </a:p>
          <a:p>
            <a:pPr marL="0" indent="0">
              <a:lnSpc>
                <a:spcPct val="110000"/>
              </a:lnSpc>
              <a:spcBef>
                <a:spcPts val="600"/>
              </a:spcBef>
              <a:spcAft>
                <a:spcPts val="600"/>
              </a:spcAft>
              <a:buNone/>
            </a:pPr>
            <a:endParaRPr lang="en-GB" altLang="en-US" sz="2200" b="1">
              <a:latin typeface="Calibri" panose="020F0502020204030204" pitchFamily="34" charset="0"/>
              <a:cs typeface="Calibri" panose="020F0502020204030204" pitchFamily="34" charset="0"/>
            </a:endParaRPr>
          </a:p>
          <a:p>
            <a:pPr>
              <a:lnSpc>
                <a:spcPct val="110000"/>
              </a:lnSpc>
              <a:spcBef>
                <a:spcPts val="0"/>
              </a:spcBef>
              <a:spcAft>
                <a:spcPts val="600"/>
              </a:spcAft>
            </a:pPr>
            <a:endParaRPr lang="en-GB" altLang="en-US" sz="2200">
              <a:latin typeface="Calibri" panose="020F0502020204030204" pitchFamily="34" charset="0"/>
              <a:cs typeface="Calibri" panose="020F0502020204030204" pitchFamily="34" charset="0"/>
            </a:endParaRPr>
          </a:p>
          <a:p>
            <a:pPr marL="0" indent="0">
              <a:lnSpc>
                <a:spcPct val="95000"/>
              </a:lnSpc>
              <a:spcBef>
                <a:spcPts val="800"/>
              </a:spcBef>
              <a:buNone/>
            </a:pPr>
            <a:endParaRPr lang="en-GB" alt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784415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8341">
                                            <p:txEl>
                                              <p:pRg st="0" end="0"/>
                                            </p:txEl>
                                          </p:spTgt>
                                        </p:tgtEl>
                                        <p:attrNameLst>
                                          <p:attrName>style.visibility</p:attrName>
                                        </p:attrNameLst>
                                      </p:cBhvr>
                                      <p:to>
                                        <p:strVal val="visible"/>
                                      </p:to>
                                    </p:set>
                                    <p:anim calcmode="lin" valueType="num">
                                      <p:cBhvr additive="base">
                                        <p:cTn id="7" dur="500"/>
                                        <p:tgtEl>
                                          <p:spTgt spid="39834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834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8341">
                                            <p:txEl>
                                              <p:pRg st="2" end="2"/>
                                            </p:txEl>
                                          </p:spTgt>
                                        </p:tgtEl>
                                        <p:attrNameLst>
                                          <p:attrName>style.visibility</p:attrName>
                                        </p:attrNameLst>
                                      </p:cBhvr>
                                      <p:to>
                                        <p:strVal val="visible"/>
                                      </p:to>
                                    </p:set>
                                    <p:anim calcmode="lin" valueType="num">
                                      <p:cBhvr additive="base">
                                        <p:cTn id="13" dur="500"/>
                                        <p:tgtEl>
                                          <p:spTgt spid="39834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8341">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8341">
                                            <p:txEl>
                                              <p:pRg st="3" end="3"/>
                                            </p:txEl>
                                          </p:spTgt>
                                        </p:tgtEl>
                                        <p:attrNameLst>
                                          <p:attrName>style.visibility</p:attrName>
                                        </p:attrNameLst>
                                      </p:cBhvr>
                                      <p:to>
                                        <p:strVal val="visible"/>
                                      </p:to>
                                    </p:set>
                                    <p:anim calcmode="lin" valueType="num">
                                      <p:cBhvr additive="base">
                                        <p:cTn id="19" dur="500"/>
                                        <p:tgtEl>
                                          <p:spTgt spid="398341">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834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8341">
                                            <p:txEl>
                                              <p:pRg st="5" end="5"/>
                                            </p:txEl>
                                          </p:spTgt>
                                        </p:tgtEl>
                                        <p:attrNameLst>
                                          <p:attrName>style.visibility</p:attrName>
                                        </p:attrNameLst>
                                      </p:cBhvr>
                                      <p:to>
                                        <p:strVal val="visible"/>
                                      </p:to>
                                    </p:set>
                                    <p:anim calcmode="lin" valueType="num">
                                      <p:cBhvr additive="base">
                                        <p:cTn id="25" dur="500"/>
                                        <p:tgtEl>
                                          <p:spTgt spid="398341">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834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8341">
                                            <p:txEl>
                                              <p:pRg st="6" end="6"/>
                                            </p:txEl>
                                          </p:spTgt>
                                        </p:tgtEl>
                                        <p:attrNameLst>
                                          <p:attrName>style.visibility</p:attrName>
                                        </p:attrNameLst>
                                      </p:cBhvr>
                                      <p:to>
                                        <p:strVal val="visible"/>
                                      </p:to>
                                    </p:set>
                                    <p:anim calcmode="lin" valueType="num">
                                      <p:cBhvr additive="base">
                                        <p:cTn id="31" dur="500"/>
                                        <p:tgtEl>
                                          <p:spTgt spid="398341">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834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98341">
                                            <p:txEl>
                                              <p:pRg st="7" end="7"/>
                                            </p:txEl>
                                          </p:spTgt>
                                        </p:tgtEl>
                                        <p:attrNameLst>
                                          <p:attrName>style.visibility</p:attrName>
                                        </p:attrNameLst>
                                      </p:cBhvr>
                                      <p:to>
                                        <p:strVal val="visible"/>
                                      </p:to>
                                    </p:set>
                                    <p:anim calcmode="lin" valueType="num">
                                      <p:cBhvr additive="base">
                                        <p:cTn id="37" dur="500"/>
                                        <p:tgtEl>
                                          <p:spTgt spid="398341">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9834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4425955A-9CE9-4D6B-8F96-74B407EBB20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87" name="Rectangle 3">
            <a:extLst>
              <a:ext uri="{FF2B5EF4-FFF2-40B4-BE49-F238E27FC236}">
                <a16:creationId xmlns:a16="http://schemas.microsoft.com/office/drawing/2014/main" id="{59483F75-6842-41AE-9C6A-0A4CAC8B928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0391" name="Rectangle 7">
            <a:extLst>
              <a:ext uri="{FF2B5EF4-FFF2-40B4-BE49-F238E27FC236}">
                <a16:creationId xmlns:a16="http://schemas.microsoft.com/office/drawing/2014/main" id="{BA5E5689-E877-4CD3-BE6E-CFF1C62DCFD3}"/>
              </a:ext>
            </a:extLst>
          </p:cNvPr>
          <p:cNvSpPr>
            <a:spLocks noGrp="1"/>
          </p:cNvSpPr>
          <p:nvPr>
            <p:ph type="title"/>
          </p:nvPr>
        </p:nvSpPr>
        <p:spPr>
          <a:xfrm>
            <a:off x="272613" y="257210"/>
            <a:ext cx="11636329" cy="861720"/>
          </a:xfrm>
          <a:noFill/>
          <a:ln/>
        </p:spPr>
        <p:txBody>
          <a:bodyPr>
            <a:normAutofit fontScale="90000"/>
          </a:bodyPr>
          <a:lstStyle/>
          <a:p>
            <a:r>
              <a:rPr lang="en-GB" altLang="en-US"/>
              <a:t>Other Elasticities – Cross-Price Elasticity of Demand</a:t>
            </a:r>
          </a:p>
        </p:txBody>
      </p:sp>
      <p:sp>
        <p:nvSpPr>
          <p:cNvPr id="400389" name="Rectangle 5">
            <a:extLst>
              <a:ext uri="{FF2B5EF4-FFF2-40B4-BE49-F238E27FC236}">
                <a16:creationId xmlns:a16="http://schemas.microsoft.com/office/drawing/2014/main" id="{5B846CBF-A868-4AC4-8962-B880DA4D9871}"/>
              </a:ext>
            </a:extLst>
          </p:cNvPr>
          <p:cNvSpPr>
            <a:spLocks noGrp="1"/>
          </p:cNvSpPr>
          <p:nvPr>
            <p:ph sz="quarter" idx="1"/>
          </p:nvPr>
        </p:nvSpPr>
        <p:spPr>
          <a:xfrm>
            <a:off x="437322" y="1226023"/>
            <a:ext cx="11449877" cy="4814117"/>
          </a:xfrm>
        </p:spPr>
        <p:txBody>
          <a:bodyPr>
            <a:normAutofit/>
          </a:bodyPr>
          <a:lstStyle/>
          <a:p>
            <a:pPr marL="0" indent="0">
              <a:lnSpc>
                <a:spcPct val="100000"/>
              </a:lnSpc>
              <a:spcBef>
                <a:spcPts val="600"/>
              </a:spcBef>
              <a:buNone/>
            </a:pPr>
            <a:r>
              <a:rPr lang="en-GB" altLang="en-US" sz="2000" b="1">
                <a:latin typeface="Calibri" panose="020F0502020204030204" pitchFamily="34" charset="0"/>
                <a:cs typeface="Calibri" panose="020F0502020204030204" pitchFamily="34" charset="0"/>
              </a:rPr>
              <a:t>Cross-price elasticity of demand</a:t>
            </a:r>
            <a:r>
              <a:rPr lang="en-GB" altLang="en-US" sz="2000">
                <a:latin typeface="Calibri" panose="020F0502020204030204" pitchFamily="34" charset="0"/>
                <a:cs typeface="Calibri" panose="020F0502020204030204" pitchFamily="34" charset="0"/>
              </a:rPr>
              <a:t> (%</a:t>
            </a:r>
            <a:r>
              <a:rPr lang="en-GB" altLang="en-US" sz="2000">
                <a:latin typeface="Calibri" panose="020F0502020204030204" pitchFamily="34" charset="0"/>
                <a:cs typeface="Calibri" panose="020F0502020204030204" pitchFamily="34" charset="0"/>
                <a:sym typeface="Symbol" panose="05050102010706020507" pitchFamily="18" charset="2"/>
              </a:rPr>
              <a:t></a:t>
            </a:r>
            <a:r>
              <a:rPr lang="en-GB" altLang="en-US" sz="2000" i="1" err="1">
                <a:latin typeface="Calibri" panose="020F0502020204030204" pitchFamily="34" charset="0"/>
                <a:cs typeface="Calibri" panose="020F0502020204030204" pitchFamily="34" charset="0"/>
              </a:rPr>
              <a:t>Q</a:t>
            </a:r>
            <a:r>
              <a:rPr lang="en-GB" altLang="en-US" sz="2000" baseline="-25000" err="1">
                <a:latin typeface="Calibri" panose="020F0502020204030204" pitchFamily="34" charset="0"/>
                <a:cs typeface="Calibri" panose="020F0502020204030204" pitchFamily="34" charset="0"/>
              </a:rPr>
              <a:t>D</a:t>
            </a:r>
            <a:r>
              <a:rPr lang="en-GB" altLang="en-US" sz="2000" baseline="-30000" err="1">
                <a:latin typeface="Calibri" panose="020F0502020204030204" pitchFamily="34" charset="0"/>
                <a:cs typeface="Calibri" panose="020F0502020204030204" pitchFamily="34" charset="0"/>
              </a:rPr>
              <a:t>a</a:t>
            </a:r>
            <a:r>
              <a:rPr lang="en-GB" altLang="en-US" sz="2000">
                <a:latin typeface="Calibri" panose="020F0502020204030204" pitchFamily="34" charset="0"/>
                <a:cs typeface="Calibri" panose="020F0502020204030204" pitchFamily="34" charset="0"/>
              </a:rPr>
              <a:t> / %</a:t>
            </a:r>
            <a:r>
              <a:rPr lang="en-GB" altLang="en-US" sz="2000">
                <a:latin typeface="Calibri" panose="020F0502020204030204" pitchFamily="34" charset="0"/>
                <a:cs typeface="Calibri" panose="020F0502020204030204" pitchFamily="34" charset="0"/>
                <a:sym typeface="Symbol" panose="05050102010706020507" pitchFamily="18" charset="2"/>
              </a:rPr>
              <a:t></a:t>
            </a:r>
            <a:r>
              <a:rPr lang="en-GB" altLang="en-US" sz="2000" i="1">
                <a:latin typeface="Calibri" panose="020F0502020204030204" pitchFamily="34" charset="0"/>
                <a:cs typeface="Calibri" panose="020F0502020204030204" pitchFamily="34" charset="0"/>
              </a:rPr>
              <a:t>P</a:t>
            </a:r>
            <a:r>
              <a:rPr lang="en-GB" altLang="en-US" sz="2000" baseline="-25000">
                <a:latin typeface="Calibri" panose="020F0502020204030204" pitchFamily="34" charset="0"/>
                <a:cs typeface="Calibri" panose="020F0502020204030204" pitchFamily="34" charset="0"/>
              </a:rPr>
              <a:t>b</a:t>
            </a:r>
            <a:r>
              <a:rPr lang="en-GB" altLang="en-US" sz="2000">
                <a:latin typeface="Calibri" panose="020F0502020204030204" pitchFamily="34" charset="0"/>
                <a:cs typeface="Calibri" panose="020F0502020204030204" pitchFamily="34" charset="0"/>
              </a:rPr>
              <a:t>) - a measure of the responsiveness of demand for one product to a change in the price of another (either a substitute or a complement).</a:t>
            </a:r>
          </a:p>
          <a:p>
            <a:pPr marL="0" indent="0">
              <a:lnSpc>
                <a:spcPct val="100000"/>
              </a:lnSpc>
              <a:spcBef>
                <a:spcPts val="600"/>
              </a:spcBef>
              <a:buNone/>
            </a:pPr>
            <a:endParaRPr lang="en-GB" altLang="en-US" sz="2000">
              <a:latin typeface="Calibri" panose="020F0502020204030204" pitchFamily="34" charset="0"/>
              <a:cs typeface="Calibri" panose="020F0502020204030204" pitchFamily="34" charset="0"/>
            </a:endParaRPr>
          </a:p>
          <a:p>
            <a:pPr>
              <a:lnSpc>
                <a:spcPct val="100000"/>
              </a:lnSpc>
              <a:spcBef>
                <a:spcPts val="600"/>
              </a:spcBef>
            </a:pPr>
            <a:r>
              <a:rPr lang="en-GB" altLang="en-US" sz="2000">
                <a:latin typeface="Calibri" panose="020F0502020204030204" pitchFamily="34" charset="0"/>
                <a:cs typeface="Calibri" panose="020F0502020204030204" pitchFamily="34" charset="0"/>
              </a:rPr>
              <a:t>If good ‘b’ is a </a:t>
            </a:r>
            <a:r>
              <a:rPr lang="en-GB" altLang="en-US" sz="2000" b="1">
                <a:latin typeface="Calibri" panose="020F0502020204030204" pitchFamily="34" charset="0"/>
                <a:cs typeface="Calibri" panose="020F0502020204030204" pitchFamily="34" charset="0"/>
              </a:rPr>
              <a:t>substitute </a:t>
            </a:r>
            <a:r>
              <a:rPr lang="en-GB" altLang="en-US" sz="2000">
                <a:latin typeface="Calibri" panose="020F0502020204030204" pitchFamily="34" charset="0"/>
                <a:cs typeface="Calibri" panose="020F0502020204030204" pitchFamily="34" charset="0"/>
              </a:rPr>
              <a:t>for good ‘a’, a’s demand will rise as b’s price rises, for e.g., Coca-Cola and Pepsi. In this case cross-price elasticity of demand will be a </a:t>
            </a:r>
            <a:r>
              <a:rPr lang="en-GB" altLang="en-US" sz="2000" b="1">
                <a:latin typeface="Calibri" panose="020F0502020204030204" pitchFamily="34" charset="0"/>
                <a:cs typeface="Calibri" panose="020F0502020204030204" pitchFamily="34" charset="0"/>
              </a:rPr>
              <a:t>positive</a:t>
            </a:r>
            <a:r>
              <a:rPr lang="en-GB" altLang="en-US" sz="2000">
                <a:latin typeface="Calibri" panose="020F0502020204030204" pitchFamily="34" charset="0"/>
                <a:cs typeface="Calibri" panose="020F0502020204030204" pitchFamily="34" charset="0"/>
              </a:rPr>
              <a:t> figure.</a:t>
            </a:r>
          </a:p>
          <a:p>
            <a:pPr marL="0" indent="0">
              <a:lnSpc>
                <a:spcPct val="100000"/>
              </a:lnSpc>
              <a:spcBef>
                <a:spcPts val="600"/>
              </a:spcBef>
              <a:buNone/>
            </a:pPr>
            <a:endParaRPr lang="en-GB" altLang="en-US" sz="2000">
              <a:latin typeface="Calibri" panose="020F0502020204030204" pitchFamily="34" charset="0"/>
              <a:cs typeface="Calibri" panose="020F0502020204030204" pitchFamily="34" charset="0"/>
            </a:endParaRPr>
          </a:p>
          <a:p>
            <a:pPr>
              <a:lnSpc>
                <a:spcPct val="100000"/>
              </a:lnSpc>
              <a:spcBef>
                <a:spcPts val="600"/>
              </a:spcBef>
            </a:pPr>
            <a:r>
              <a:rPr lang="en-GB" altLang="en-US" sz="2000">
                <a:latin typeface="Calibri" panose="020F0502020204030204" pitchFamily="34" charset="0"/>
                <a:cs typeface="Calibri" panose="020F0502020204030204" pitchFamily="34" charset="0"/>
              </a:rPr>
              <a:t>If ‘b’ is </a:t>
            </a:r>
            <a:r>
              <a:rPr lang="en-GB" altLang="en-US" sz="2000" b="1">
                <a:latin typeface="Calibri" panose="020F0502020204030204" pitchFamily="34" charset="0"/>
                <a:cs typeface="Calibri" panose="020F0502020204030204" pitchFamily="34" charset="0"/>
              </a:rPr>
              <a:t>complementary</a:t>
            </a:r>
            <a:r>
              <a:rPr lang="en-GB" altLang="en-US" sz="2000">
                <a:latin typeface="Calibri" panose="020F0502020204030204" pitchFamily="34" charset="0"/>
                <a:cs typeface="Calibri" panose="020F0502020204030204" pitchFamily="34" charset="0"/>
              </a:rPr>
              <a:t> to ‘a’, a’s demand will fall as b’s price rises and thus the quantity of ‘b’ demanded falls. For e.g., the demand for petrol falls as the price of petrol fuelled cars increases. In this case, the cross-elasticity will be </a:t>
            </a:r>
            <a:r>
              <a:rPr lang="en-GB" altLang="en-US" sz="2000" b="1">
                <a:latin typeface="Calibri" panose="020F0502020204030204" pitchFamily="34" charset="0"/>
                <a:cs typeface="Calibri" panose="020F0502020204030204" pitchFamily="34" charset="0"/>
              </a:rPr>
              <a:t>negative</a:t>
            </a:r>
            <a:r>
              <a:rPr lang="en-GB" altLang="en-US" sz="2000">
                <a:latin typeface="Calibri" panose="020F0502020204030204" pitchFamily="34" charset="0"/>
                <a:cs typeface="Calibri" panose="020F0502020204030204" pitchFamily="34" charset="0"/>
              </a:rPr>
              <a:t>.</a:t>
            </a:r>
          </a:p>
          <a:p>
            <a:pPr marL="0" indent="0">
              <a:lnSpc>
                <a:spcPct val="100000"/>
              </a:lnSpc>
              <a:spcBef>
                <a:spcPts val="600"/>
              </a:spcBef>
              <a:buNone/>
            </a:pPr>
            <a:endParaRPr lang="en-GB" altLang="en-US" sz="2000" b="1">
              <a:latin typeface="Calibri" panose="020F0502020204030204" pitchFamily="34" charset="0"/>
              <a:cs typeface="Calibri" panose="020F0502020204030204" pitchFamily="34" charset="0"/>
            </a:endParaRPr>
          </a:p>
          <a:p>
            <a:pPr>
              <a:lnSpc>
                <a:spcPct val="100000"/>
              </a:lnSpc>
              <a:spcBef>
                <a:spcPts val="600"/>
              </a:spcBef>
            </a:pPr>
            <a:r>
              <a:rPr lang="en-GB" altLang="en-US" sz="2000" b="1">
                <a:latin typeface="Calibri" panose="020F0502020204030204" pitchFamily="34" charset="0"/>
                <a:cs typeface="Calibri" panose="020F0502020204030204" pitchFamily="34" charset="0"/>
              </a:rPr>
              <a:t>Determinants</a:t>
            </a:r>
            <a:r>
              <a:rPr lang="en-GB" altLang="en-US" sz="2000">
                <a:latin typeface="Calibri" panose="020F0502020204030204" pitchFamily="34" charset="0"/>
                <a:cs typeface="Calibri" panose="020F0502020204030204" pitchFamily="34" charset="0"/>
              </a:rPr>
              <a:t> - closeness of complements or substitutes – the closer the complement or substitute the bigger will be the effect on the first good of a change in price of the second good.</a:t>
            </a:r>
            <a:endParaRPr lang="en-GB" altLang="en-US" sz="2000"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359179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0389">
                                            <p:txEl>
                                              <p:pRg st="0" end="0"/>
                                            </p:txEl>
                                          </p:spTgt>
                                        </p:tgtEl>
                                        <p:attrNameLst>
                                          <p:attrName>style.visibility</p:attrName>
                                        </p:attrNameLst>
                                      </p:cBhvr>
                                      <p:to>
                                        <p:strVal val="visible"/>
                                      </p:to>
                                    </p:set>
                                    <p:anim calcmode="lin" valueType="num">
                                      <p:cBhvr additive="base">
                                        <p:cTn id="7" dur="500"/>
                                        <p:tgtEl>
                                          <p:spTgt spid="40038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038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0389">
                                            <p:txEl>
                                              <p:pRg st="2" end="2"/>
                                            </p:txEl>
                                          </p:spTgt>
                                        </p:tgtEl>
                                        <p:attrNameLst>
                                          <p:attrName>style.visibility</p:attrName>
                                        </p:attrNameLst>
                                      </p:cBhvr>
                                      <p:to>
                                        <p:strVal val="visible"/>
                                      </p:to>
                                    </p:set>
                                    <p:anim calcmode="lin" valueType="num">
                                      <p:cBhvr additive="base">
                                        <p:cTn id="13" dur="500"/>
                                        <p:tgtEl>
                                          <p:spTgt spid="400389">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0389">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0389">
                                            <p:txEl>
                                              <p:pRg st="4" end="4"/>
                                            </p:txEl>
                                          </p:spTgt>
                                        </p:tgtEl>
                                        <p:attrNameLst>
                                          <p:attrName>style.visibility</p:attrName>
                                        </p:attrNameLst>
                                      </p:cBhvr>
                                      <p:to>
                                        <p:strVal val="visible"/>
                                      </p:to>
                                    </p:set>
                                    <p:anim calcmode="lin" valueType="num">
                                      <p:cBhvr additive="base">
                                        <p:cTn id="19" dur="500"/>
                                        <p:tgtEl>
                                          <p:spTgt spid="400389">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038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0389">
                                            <p:txEl>
                                              <p:pRg st="6" end="6"/>
                                            </p:txEl>
                                          </p:spTgt>
                                        </p:tgtEl>
                                        <p:attrNameLst>
                                          <p:attrName>style.visibility</p:attrName>
                                        </p:attrNameLst>
                                      </p:cBhvr>
                                      <p:to>
                                        <p:strVal val="visible"/>
                                      </p:to>
                                    </p:set>
                                    <p:anim calcmode="lin" valueType="num">
                                      <p:cBhvr additive="base">
                                        <p:cTn id="25" dur="500"/>
                                        <p:tgtEl>
                                          <p:spTgt spid="400389">
                                            <p:txEl>
                                              <p:pRg st="6" end="6"/>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03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build="p" bldLvl="3"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67C80BB6-00BF-4C54-85E5-B9C7B5A40F7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59F62868-75F1-4899-928D-301B1EB35E3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9" name="Rectangle 7">
            <a:extLst>
              <a:ext uri="{FF2B5EF4-FFF2-40B4-BE49-F238E27FC236}">
                <a16:creationId xmlns:a16="http://schemas.microsoft.com/office/drawing/2014/main" id="{4F1F4526-BEF1-43B7-8656-852C4A7861CD}"/>
              </a:ext>
            </a:extLst>
          </p:cNvPr>
          <p:cNvSpPr>
            <a:spLocks noGrp="1"/>
          </p:cNvSpPr>
          <p:nvPr>
            <p:ph type="title"/>
          </p:nvPr>
        </p:nvSpPr>
        <p:spPr>
          <a:xfrm>
            <a:off x="357809" y="268570"/>
            <a:ext cx="10995991" cy="861720"/>
          </a:xfrm>
          <a:noFill/>
          <a:ln/>
        </p:spPr>
        <p:txBody>
          <a:bodyPr/>
          <a:lstStyle/>
          <a:p>
            <a:r>
              <a:rPr lang="en-GB" altLang="en-US"/>
              <a:t>Other Elasticities – Price Elasticity of Supply</a:t>
            </a:r>
          </a:p>
        </p:txBody>
      </p:sp>
      <p:sp>
        <p:nvSpPr>
          <p:cNvPr id="402437" name="Rectangle 5">
            <a:extLst>
              <a:ext uri="{FF2B5EF4-FFF2-40B4-BE49-F238E27FC236}">
                <a16:creationId xmlns:a16="http://schemas.microsoft.com/office/drawing/2014/main" id="{87E94A4E-9B4F-4BCA-A7B7-5F7304A4199A}"/>
              </a:ext>
            </a:extLst>
          </p:cNvPr>
          <p:cNvSpPr>
            <a:spLocks noGrp="1"/>
          </p:cNvSpPr>
          <p:nvPr>
            <p:ph sz="quarter" idx="1"/>
          </p:nvPr>
        </p:nvSpPr>
        <p:spPr>
          <a:xfrm>
            <a:off x="262087" y="1221042"/>
            <a:ext cx="11726090" cy="4848904"/>
          </a:xfrm>
        </p:spPr>
        <p:txBody>
          <a:bodyPr/>
          <a:lstStyle/>
          <a:p>
            <a:pPr marL="0" indent="0">
              <a:lnSpc>
                <a:spcPct val="100000"/>
              </a:lnSpc>
              <a:spcBef>
                <a:spcPts val="600"/>
              </a:spcBef>
              <a:buNone/>
            </a:pPr>
            <a:r>
              <a:rPr lang="en-GB" altLang="en-US" sz="2000" b="1">
                <a:latin typeface="Calibri" panose="020F0502020204030204" pitchFamily="34" charset="0"/>
                <a:cs typeface="Calibri" panose="020F0502020204030204" pitchFamily="34" charset="0"/>
              </a:rPr>
              <a:t>Price elasticity of supply </a:t>
            </a:r>
            <a:r>
              <a:rPr lang="en-GB" altLang="en-US" sz="2000">
                <a:latin typeface="Calibri" panose="020F0502020204030204" pitchFamily="34" charset="0"/>
                <a:cs typeface="Calibri" panose="020F0502020204030204" pitchFamily="34" charset="0"/>
              </a:rPr>
              <a:t>(%</a:t>
            </a:r>
            <a:r>
              <a:rPr lang="en-GB" altLang="en-US" sz="2000">
                <a:latin typeface="Calibri" panose="020F0502020204030204" pitchFamily="34" charset="0"/>
                <a:cs typeface="Calibri" panose="020F0502020204030204" pitchFamily="34" charset="0"/>
                <a:sym typeface="Symbol" panose="05050102010706020507" pitchFamily="18" charset="2"/>
              </a:rPr>
              <a:t></a:t>
            </a:r>
            <a:r>
              <a:rPr lang="en-GB" altLang="en-US" sz="2000" i="1">
                <a:latin typeface="Calibri" panose="020F0502020204030204" pitchFamily="34" charset="0"/>
                <a:cs typeface="Calibri" panose="020F0502020204030204" pitchFamily="34" charset="0"/>
              </a:rPr>
              <a:t>Q</a:t>
            </a:r>
            <a:r>
              <a:rPr lang="en-GB" altLang="en-US" sz="2000" baseline="-25000">
                <a:latin typeface="Calibri" panose="020F0502020204030204" pitchFamily="34" charset="0"/>
                <a:cs typeface="Calibri" panose="020F0502020204030204" pitchFamily="34" charset="0"/>
              </a:rPr>
              <a:t>S</a:t>
            </a:r>
            <a:r>
              <a:rPr lang="en-GB" altLang="en-US" sz="2000">
                <a:latin typeface="Calibri" panose="020F0502020204030204" pitchFamily="34" charset="0"/>
                <a:cs typeface="Calibri" panose="020F0502020204030204" pitchFamily="34" charset="0"/>
              </a:rPr>
              <a:t> / %</a:t>
            </a:r>
            <a:r>
              <a:rPr lang="en-GB" altLang="en-US" sz="2000">
                <a:latin typeface="Calibri" panose="020F0502020204030204" pitchFamily="34" charset="0"/>
                <a:cs typeface="Calibri" panose="020F0502020204030204" pitchFamily="34" charset="0"/>
                <a:sym typeface="Symbol" panose="05050102010706020507" pitchFamily="18" charset="2"/>
              </a:rPr>
              <a:t></a:t>
            </a:r>
            <a:r>
              <a:rPr lang="en-GB" altLang="en-US" sz="2000" i="1">
                <a:latin typeface="Calibri" panose="020F0502020204030204" pitchFamily="34" charset="0"/>
                <a:cs typeface="Calibri" panose="020F0502020204030204" pitchFamily="34" charset="0"/>
              </a:rPr>
              <a:t>P) - </a:t>
            </a:r>
            <a:r>
              <a:rPr lang="en-GB" altLang="en-US" sz="2000">
                <a:latin typeface="Calibri" panose="020F0502020204030204" pitchFamily="34" charset="0"/>
                <a:cs typeface="Calibri" panose="020F0502020204030204" pitchFamily="34" charset="0"/>
              </a:rPr>
              <a:t>the responsiveness of quantity supplied to a change in price.</a:t>
            </a:r>
          </a:p>
          <a:p>
            <a:pPr marL="0" indent="0">
              <a:lnSpc>
                <a:spcPct val="100000"/>
              </a:lnSpc>
              <a:spcBef>
                <a:spcPts val="600"/>
              </a:spcBef>
              <a:buNone/>
            </a:pPr>
            <a:endParaRPr lang="en-GB" altLang="en-US" sz="2000">
              <a:latin typeface="Calibri" panose="020F0502020204030204" pitchFamily="34" charset="0"/>
              <a:cs typeface="Calibri" panose="020F0502020204030204" pitchFamily="34" charset="0"/>
            </a:endParaRPr>
          </a:p>
          <a:p>
            <a:pPr>
              <a:lnSpc>
                <a:spcPct val="100000"/>
              </a:lnSpc>
              <a:spcBef>
                <a:spcPts val="600"/>
              </a:spcBef>
            </a:pPr>
            <a:r>
              <a:rPr lang="en-GB" altLang="en-US" sz="2000">
                <a:latin typeface="Calibri" panose="020F0502020204030204" pitchFamily="34" charset="0"/>
                <a:cs typeface="Calibri" panose="020F0502020204030204" pitchFamily="34" charset="0"/>
              </a:rPr>
              <a:t>Determinants of price elasticity of supply</a:t>
            </a:r>
          </a:p>
          <a:p>
            <a:pPr lvl="1">
              <a:lnSpc>
                <a:spcPct val="100000"/>
              </a:lnSpc>
              <a:spcBef>
                <a:spcPts val="600"/>
              </a:spcBef>
            </a:pPr>
            <a:r>
              <a:rPr lang="en-GB" altLang="en-US" sz="1900" b="1">
                <a:latin typeface="Calibri" panose="020F0502020204030204" pitchFamily="34" charset="0"/>
                <a:cs typeface="Calibri" panose="020F0502020204030204" pitchFamily="34" charset="0"/>
              </a:rPr>
              <a:t>Amount that costs rise as output increases </a:t>
            </a:r>
            <a:r>
              <a:rPr lang="en-GB" altLang="en-US" sz="1900">
                <a:latin typeface="Calibri" panose="020F0502020204030204" pitchFamily="34" charset="0"/>
                <a:cs typeface="Calibri" panose="020F0502020204030204" pitchFamily="34" charset="0"/>
              </a:rPr>
              <a:t>– the less the additional costs of producing additional output, the more firms will be encouraged to produce for a given price rise: the more elastic supply will be.</a:t>
            </a:r>
          </a:p>
          <a:p>
            <a:pPr lvl="1">
              <a:lnSpc>
                <a:spcPct val="100000"/>
              </a:lnSpc>
              <a:spcBef>
                <a:spcPts val="600"/>
              </a:spcBef>
            </a:pPr>
            <a:r>
              <a:rPr lang="en-GB" altLang="en-US" sz="1900" b="1">
                <a:latin typeface="Calibri" panose="020F0502020204030204" pitchFamily="34" charset="0"/>
                <a:cs typeface="Calibri" panose="020F0502020204030204" pitchFamily="34" charset="0"/>
              </a:rPr>
              <a:t>Degree of spare capacity </a:t>
            </a:r>
            <a:r>
              <a:rPr lang="en-GB" altLang="en-US" sz="1900">
                <a:latin typeface="Calibri" panose="020F0502020204030204" pitchFamily="34" charset="0"/>
                <a:cs typeface="Calibri" panose="020F0502020204030204" pitchFamily="34" charset="0"/>
              </a:rPr>
              <a:t>- supply is likely to be more elastic if firms have plenty of spare capacity, can readily get extra supplies of raw materials, can easily switch away from producing alternative products. </a:t>
            </a:r>
          </a:p>
          <a:p>
            <a:pPr lvl="1">
              <a:lnSpc>
                <a:spcPct val="100000"/>
              </a:lnSpc>
              <a:spcBef>
                <a:spcPts val="600"/>
              </a:spcBef>
            </a:pPr>
            <a:r>
              <a:rPr lang="en-GB" altLang="en-US" sz="1900" b="1">
                <a:latin typeface="Calibri" panose="020F0502020204030204" pitchFamily="34" charset="0"/>
                <a:cs typeface="Calibri" panose="020F0502020204030204" pitchFamily="34" charset="0"/>
              </a:rPr>
              <a:t>Time period</a:t>
            </a:r>
          </a:p>
          <a:p>
            <a:pPr lvl="2">
              <a:lnSpc>
                <a:spcPct val="100000"/>
              </a:lnSpc>
              <a:spcBef>
                <a:spcPts val="600"/>
              </a:spcBef>
            </a:pPr>
            <a:r>
              <a:rPr lang="en-GB" altLang="en-US" sz="1900" b="1">
                <a:latin typeface="Calibri" panose="020F0502020204030204" pitchFamily="34" charset="0"/>
                <a:cs typeface="Calibri" panose="020F0502020204030204" pitchFamily="34" charset="0"/>
              </a:rPr>
              <a:t>Immediate</a:t>
            </a:r>
            <a:r>
              <a:rPr lang="en-GB" altLang="en-US" sz="1900">
                <a:latin typeface="Calibri" panose="020F0502020204030204" pitchFamily="34" charset="0"/>
                <a:cs typeface="Calibri" panose="020F0502020204030204" pitchFamily="34" charset="0"/>
              </a:rPr>
              <a:t> – firms are unlikely to be able to increase supply by much immediately, supply is virtually fixed</a:t>
            </a:r>
          </a:p>
          <a:p>
            <a:pPr lvl="2">
              <a:lnSpc>
                <a:spcPct val="100000"/>
              </a:lnSpc>
              <a:spcBef>
                <a:spcPts val="600"/>
              </a:spcBef>
            </a:pPr>
            <a:r>
              <a:rPr lang="en-GB" altLang="en-US" sz="1900" b="1">
                <a:latin typeface="Calibri" panose="020F0502020204030204" pitchFamily="34" charset="0"/>
                <a:cs typeface="Calibri" panose="020F0502020204030204" pitchFamily="34" charset="0"/>
              </a:rPr>
              <a:t>Short run </a:t>
            </a:r>
            <a:r>
              <a:rPr lang="en-GB" altLang="en-US" sz="1900">
                <a:latin typeface="Calibri" panose="020F0502020204030204" pitchFamily="34" charset="0"/>
                <a:cs typeface="Calibri" panose="020F0502020204030204" pitchFamily="34" charset="0"/>
              </a:rPr>
              <a:t>– some inputs can be increased (e.g., raw materials), while others will remain fixed (e.g., heavy machinery)</a:t>
            </a:r>
          </a:p>
          <a:p>
            <a:pPr lvl="2">
              <a:lnSpc>
                <a:spcPct val="100000"/>
              </a:lnSpc>
              <a:spcBef>
                <a:spcPts val="600"/>
              </a:spcBef>
            </a:pPr>
            <a:r>
              <a:rPr lang="en-GB" altLang="en-US" sz="1900" b="1">
                <a:latin typeface="Calibri" panose="020F0502020204030204" pitchFamily="34" charset="0"/>
                <a:cs typeface="Calibri" panose="020F0502020204030204" pitchFamily="34" charset="0"/>
              </a:rPr>
              <a:t>Long run </a:t>
            </a:r>
            <a:r>
              <a:rPr lang="en-GB" altLang="en-US" sz="1900">
                <a:latin typeface="Calibri" panose="020F0502020204030204" pitchFamily="34" charset="0"/>
                <a:cs typeface="Calibri" panose="020F0502020204030204" pitchFamily="34" charset="0"/>
              </a:rPr>
              <a:t>– there will be sufficient time for all inputs to be increased and for new firms to enter the industry.</a:t>
            </a:r>
          </a:p>
        </p:txBody>
      </p:sp>
    </p:spTree>
    <p:extLst>
      <p:ext uri="{BB962C8B-B14F-4D97-AF65-F5344CB8AC3E}">
        <p14:creationId xmlns:p14="http://schemas.microsoft.com/office/powerpoint/2010/main" val="42870029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37">
                                            <p:txEl>
                                              <p:pRg st="0" end="0"/>
                                            </p:txEl>
                                          </p:spTgt>
                                        </p:tgtEl>
                                        <p:attrNameLst>
                                          <p:attrName>style.visibility</p:attrName>
                                        </p:attrNameLst>
                                      </p:cBhvr>
                                      <p:to>
                                        <p:strVal val="visible"/>
                                      </p:to>
                                    </p:set>
                                    <p:anim calcmode="lin" valueType="num">
                                      <p:cBhvr additive="base">
                                        <p:cTn id="7" dur="500"/>
                                        <p:tgtEl>
                                          <p:spTgt spid="40243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3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37">
                                            <p:txEl>
                                              <p:pRg st="2" end="2"/>
                                            </p:txEl>
                                          </p:spTgt>
                                        </p:tgtEl>
                                        <p:attrNameLst>
                                          <p:attrName>style.visibility</p:attrName>
                                        </p:attrNameLst>
                                      </p:cBhvr>
                                      <p:to>
                                        <p:strVal val="visible"/>
                                      </p:to>
                                    </p:set>
                                    <p:anim calcmode="lin" valueType="num">
                                      <p:cBhvr additive="base">
                                        <p:cTn id="13" dur="500"/>
                                        <p:tgtEl>
                                          <p:spTgt spid="40243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37">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37">
                                            <p:txEl>
                                              <p:pRg st="3" end="3"/>
                                            </p:txEl>
                                          </p:spTgt>
                                        </p:tgtEl>
                                        <p:attrNameLst>
                                          <p:attrName>style.visibility</p:attrName>
                                        </p:attrNameLst>
                                      </p:cBhvr>
                                      <p:to>
                                        <p:strVal val="visible"/>
                                      </p:to>
                                    </p:set>
                                    <p:anim calcmode="lin" valueType="num">
                                      <p:cBhvr additive="base">
                                        <p:cTn id="19" dur="500"/>
                                        <p:tgtEl>
                                          <p:spTgt spid="402437">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3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37">
                                            <p:txEl>
                                              <p:pRg st="4" end="4"/>
                                            </p:txEl>
                                          </p:spTgt>
                                        </p:tgtEl>
                                        <p:attrNameLst>
                                          <p:attrName>style.visibility</p:attrName>
                                        </p:attrNameLst>
                                      </p:cBhvr>
                                      <p:to>
                                        <p:strVal val="visible"/>
                                      </p:to>
                                    </p:set>
                                    <p:anim calcmode="lin" valueType="num">
                                      <p:cBhvr additive="base">
                                        <p:cTn id="25" dur="500"/>
                                        <p:tgtEl>
                                          <p:spTgt spid="402437">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37">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37">
                                            <p:txEl>
                                              <p:pRg st="5" end="5"/>
                                            </p:txEl>
                                          </p:spTgt>
                                        </p:tgtEl>
                                        <p:attrNameLst>
                                          <p:attrName>style.visibility</p:attrName>
                                        </p:attrNameLst>
                                      </p:cBhvr>
                                      <p:to>
                                        <p:strVal val="visible"/>
                                      </p:to>
                                    </p:set>
                                    <p:anim calcmode="lin" valueType="num">
                                      <p:cBhvr additive="base">
                                        <p:cTn id="31" dur="500"/>
                                        <p:tgtEl>
                                          <p:spTgt spid="402437">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3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2437">
                                            <p:txEl>
                                              <p:pRg st="6" end="6"/>
                                            </p:txEl>
                                          </p:spTgt>
                                        </p:tgtEl>
                                        <p:attrNameLst>
                                          <p:attrName>style.visibility</p:attrName>
                                        </p:attrNameLst>
                                      </p:cBhvr>
                                      <p:to>
                                        <p:strVal val="visible"/>
                                      </p:to>
                                    </p:set>
                                    <p:anim calcmode="lin" valueType="num">
                                      <p:cBhvr additive="base">
                                        <p:cTn id="37" dur="500"/>
                                        <p:tgtEl>
                                          <p:spTgt spid="402437">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2437">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2437">
                                            <p:txEl>
                                              <p:pRg st="7" end="7"/>
                                            </p:txEl>
                                          </p:spTgt>
                                        </p:tgtEl>
                                        <p:attrNameLst>
                                          <p:attrName>style.visibility</p:attrName>
                                        </p:attrNameLst>
                                      </p:cBhvr>
                                      <p:to>
                                        <p:strVal val="visible"/>
                                      </p:to>
                                    </p:set>
                                    <p:anim calcmode="lin" valueType="num">
                                      <p:cBhvr additive="base">
                                        <p:cTn id="43" dur="500"/>
                                        <p:tgtEl>
                                          <p:spTgt spid="402437">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2437">
                                            <p:txEl>
                                              <p:pRg st="7" end="7"/>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2437">
                                            <p:txEl>
                                              <p:pRg st="8" end="8"/>
                                            </p:txEl>
                                          </p:spTgt>
                                        </p:tgtEl>
                                        <p:attrNameLst>
                                          <p:attrName>style.visibility</p:attrName>
                                        </p:attrNameLst>
                                      </p:cBhvr>
                                      <p:to>
                                        <p:strVal val="visible"/>
                                      </p:to>
                                    </p:set>
                                    <p:anim calcmode="lin" valueType="num">
                                      <p:cBhvr additive="base">
                                        <p:cTn id="49" dur="500"/>
                                        <p:tgtEl>
                                          <p:spTgt spid="402437">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243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build="p" bldLvl="3"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67C80BB6-00BF-4C54-85E5-B9C7B5A40F7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59F62868-75F1-4899-928D-301B1EB35E3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9" name="Rectangle 7">
            <a:extLst>
              <a:ext uri="{FF2B5EF4-FFF2-40B4-BE49-F238E27FC236}">
                <a16:creationId xmlns:a16="http://schemas.microsoft.com/office/drawing/2014/main" id="{4F1F4526-BEF1-43B7-8656-852C4A7861CD}"/>
              </a:ext>
            </a:extLst>
          </p:cNvPr>
          <p:cNvSpPr>
            <a:spLocks noGrp="1"/>
          </p:cNvSpPr>
          <p:nvPr>
            <p:ph type="title"/>
          </p:nvPr>
        </p:nvSpPr>
        <p:spPr>
          <a:xfrm>
            <a:off x="673494" y="365126"/>
            <a:ext cx="10515600" cy="861720"/>
          </a:xfrm>
          <a:noFill/>
          <a:ln/>
        </p:spPr>
        <p:txBody>
          <a:bodyPr/>
          <a:lstStyle/>
          <a:p>
            <a:r>
              <a:rPr lang="en-GB" altLang="en-US" sz="3400"/>
              <a:t>The Time Dimension of Market Adjustment</a:t>
            </a:r>
          </a:p>
        </p:txBody>
      </p:sp>
      <p:sp>
        <p:nvSpPr>
          <p:cNvPr id="402437" name="Rectangle 5">
            <a:extLst>
              <a:ext uri="{FF2B5EF4-FFF2-40B4-BE49-F238E27FC236}">
                <a16:creationId xmlns:a16="http://schemas.microsoft.com/office/drawing/2014/main" id="{87E94A4E-9B4F-4BCA-A7B7-5F7304A4199A}"/>
              </a:ext>
            </a:extLst>
          </p:cNvPr>
          <p:cNvSpPr>
            <a:spLocks noGrp="1"/>
          </p:cNvSpPr>
          <p:nvPr>
            <p:ph sz="quarter" idx="1"/>
          </p:nvPr>
        </p:nvSpPr>
        <p:spPr>
          <a:xfrm>
            <a:off x="621336" y="1454118"/>
            <a:ext cx="10737669" cy="4848904"/>
          </a:xfrm>
        </p:spPr>
        <p:txBody>
          <a:bodyPr/>
          <a:lstStyle/>
          <a:p>
            <a:pPr>
              <a:spcBef>
                <a:spcPts val="900"/>
              </a:spcBef>
            </a:pPr>
            <a:r>
              <a:rPr lang="en-GB" altLang="en-US" sz="2000">
                <a:latin typeface="Calibri" panose="020F0502020204030204" pitchFamily="34" charset="0"/>
                <a:cs typeface="Calibri" panose="020F0502020204030204" pitchFamily="34" charset="0"/>
              </a:rPr>
              <a:t>The full adjustment of price, demand and supply to a situation of disequilibrium will not be instantaneous. </a:t>
            </a:r>
          </a:p>
          <a:p>
            <a:pPr>
              <a:spcBef>
                <a:spcPts val="900"/>
              </a:spcBef>
            </a:pPr>
            <a:r>
              <a:rPr lang="en-GB" altLang="en-US" sz="2000">
                <a:latin typeface="Calibri" panose="020F0502020204030204" pitchFamily="34" charset="0"/>
                <a:cs typeface="Calibri" panose="020F0502020204030204" pitchFamily="34" charset="0"/>
              </a:rPr>
              <a:t>Both producers and consumers take time to respond to a change in price.</a:t>
            </a:r>
          </a:p>
          <a:p>
            <a:pPr>
              <a:spcBef>
                <a:spcPts val="900"/>
              </a:spcBef>
            </a:pPr>
            <a:r>
              <a:rPr lang="en-GB" altLang="en-US" sz="2000">
                <a:latin typeface="Calibri" panose="020F0502020204030204" pitchFamily="34" charset="0"/>
                <a:cs typeface="Calibri" panose="020F0502020204030204" pitchFamily="34" charset="0"/>
              </a:rPr>
              <a:t>It is helpful to analyse the time path that supply takes in responding to changes in demand.</a:t>
            </a:r>
          </a:p>
          <a:p>
            <a:pPr>
              <a:spcBef>
                <a:spcPts val="900"/>
              </a:spcBef>
            </a:pPr>
            <a:r>
              <a:rPr lang="en-GB" altLang="en-US" sz="2000">
                <a:latin typeface="Calibri" panose="020F0502020204030204" pitchFamily="34" charset="0"/>
                <a:cs typeface="Calibri" panose="020F0502020204030204" pitchFamily="34" charset="0"/>
              </a:rPr>
              <a:t>The longer the time period, the bigger the response and thus the greater the elasticity of supply and demand.</a:t>
            </a:r>
          </a:p>
          <a:p>
            <a:pPr marL="0" indent="0">
              <a:spcBef>
                <a:spcPts val="900"/>
              </a:spcBef>
              <a:buNone/>
            </a:pPr>
            <a:endParaRPr lang="en-GB" altLang="en-US" sz="2000">
              <a:latin typeface="Calibri" panose="020F0502020204030204" pitchFamily="34" charset="0"/>
              <a:cs typeface="Calibri" panose="020F0502020204030204" pitchFamily="34" charset="0"/>
            </a:endParaRPr>
          </a:p>
          <a:p>
            <a:pPr>
              <a:spcBef>
                <a:spcPts val="900"/>
              </a:spcBef>
            </a:pPr>
            <a:r>
              <a:rPr lang="en-GB" altLang="en-US" sz="2000" b="1">
                <a:highlight>
                  <a:srgbClr val="FFFF00"/>
                </a:highlight>
                <a:latin typeface="Calibri" panose="020F0502020204030204" pitchFamily="34" charset="0"/>
                <a:cs typeface="Calibri" panose="020F0502020204030204" pitchFamily="34" charset="0"/>
              </a:rPr>
              <a:t>Activity</a:t>
            </a:r>
            <a:r>
              <a:rPr lang="en-GB" altLang="en-US" sz="2000">
                <a:highlight>
                  <a:srgbClr val="FFFF00"/>
                </a:highlight>
                <a:latin typeface="Calibri" panose="020F0502020204030204" pitchFamily="34" charset="0"/>
                <a:cs typeface="Calibri" panose="020F0502020204030204" pitchFamily="34" charset="0"/>
              </a:rPr>
              <a:t>: think about (discuss with a partner), how producers (supply) will respond to a significant increase (rightwards shift) in demand, in different time periods.</a:t>
            </a:r>
          </a:p>
        </p:txBody>
      </p:sp>
    </p:spTree>
    <p:extLst>
      <p:ext uri="{BB962C8B-B14F-4D97-AF65-F5344CB8AC3E}">
        <p14:creationId xmlns:p14="http://schemas.microsoft.com/office/powerpoint/2010/main" val="399834814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37">
                                            <p:txEl>
                                              <p:pRg st="0" end="0"/>
                                            </p:txEl>
                                          </p:spTgt>
                                        </p:tgtEl>
                                        <p:attrNameLst>
                                          <p:attrName>style.visibility</p:attrName>
                                        </p:attrNameLst>
                                      </p:cBhvr>
                                      <p:to>
                                        <p:strVal val="visible"/>
                                      </p:to>
                                    </p:set>
                                    <p:anim calcmode="lin" valueType="num">
                                      <p:cBhvr additive="base">
                                        <p:cTn id="7" dur="500"/>
                                        <p:tgtEl>
                                          <p:spTgt spid="40243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3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37">
                                            <p:txEl>
                                              <p:pRg st="1" end="1"/>
                                            </p:txEl>
                                          </p:spTgt>
                                        </p:tgtEl>
                                        <p:attrNameLst>
                                          <p:attrName>style.visibility</p:attrName>
                                        </p:attrNameLst>
                                      </p:cBhvr>
                                      <p:to>
                                        <p:strVal val="visible"/>
                                      </p:to>
                                    </p:set>
                                    <p:anim calcmode="lin" valueType="num">
                                      <p:cBhvr additive="base">
                                        <p:cTn id="13" dur="500"/>
                                        <p:tgtEl>
                                          <p:spTgt spid="40243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3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37">
                                            <p:txEl>
                                              <p:pRg st="2" end="2"/>
                                            </p:txEl>
                                          </p:spTgt>
                                        </p:tgtEl>
                                        <p:attrNameLst>
                                          <p:attrName>style.visibility</p:attrName>
                                        </p:attrNameLst>
                                      </p:cBhvr>
                                      <p:to>
                                        <p:strVal val="visible"/>
                                      </p:to>
                                    </p:set>
                                    <p:anim calcmode="lin" valueType="num">
                                      <p:cBhvr additive="base">
                                        <p:cTn id="19" dur="500"/>
                                        <p:tgtEl>
                                          <p:spTgt spid="40243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3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37">
                                            <p:txEl>
                                              <p:pRg st="3" end="3"/>
                                            </p:txEl>
                                          </p:spTgt>
                                        </p:tgtEl>
                                        <p:attrNameLst>
                                          <p:attrName>style.visibility</p:attrName>
                                        </p:attrNameLst>
                                      </p:cBhvr>
                                      <p:to>
                                        <p:strVal val="visible"/>
                                      </p:to>
                                    </p:set>
                                    <p:anim calcmode="lin" valueType="num">
                                      <p:cBhvr additive="base">
                                        <p:cTn id="25" dur="500"/>
                                        <p:tgtEl>
                                          <p:spTgt spid="40243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3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37">
                                            <p:txEl>
                                              <p:pRg st="5" end="5"/>
                                            </p:txEl>
                                          </p:spTgt>
                                        </p:tgtEl>
                                        <p:attrNameLst>
                                          <p:attrName>style.visibility</p:attrName>
                                        </p:attrNameLst>
                                      </p:cBhvr>
                                      <p:to>
                                        <p:strVal val="visible"/>
                                      </p:to>
                                    </p:set>
                                    <p:anim calcmode="lin" valueType="num">
                                      <p:cBhvr additive="base">
                                        <p:cTn id="31" dur="500"/>
                                        <p:tgtEl>
                                          <p:spTgt spid="402437">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3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build="p" bldLvl="3"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67C80BB6-00BF-4C54-85E5-B9C7B5A40F7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59F62868-75F1-4899-928D-301B1EB35E3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9" name="Rectangle 7">
            <a:extLst>
              <a:ext uri="{FF2B5EF4-FFF2-40B4-BE49-F238E27FC236}">
                <a16:creationId xmlns:a16="http://schemas.microsoft.com/office/drawing/2014/main" id="{4F1F4526-BEF1-43B7-8656-852C4A7861CD}"/>
              </a:ext>
            </a:extLst>
          </p:cNvPr>
          <p:cNvSpPr>
            <a:spLocks noGrp="1"/>
          </p:cNvSpPr>
          <p:nvPr>
            <p:ph type="title"/>
          </p:nvPr>
        </p:nvSpPr>
        <p:spPr>
          <a:noFill/>
          <a:ln/>
        </p:spPr>
        <p:txBody>
          <a:bodyPr/>
          <a:lstStyle/>
          <a:p>
            <a:r>
              <a:rPr lang="en-GB" altLang="en-US" sz="3400"/>
              <a:t>Other Elasticities – Price Elasticity of Supply</a:t>
            </a:r>
          </a:p>
        </p:txBody>
      </p:sp>
      <p:pic>
        <p:nvPicPr>
          <p:cNvPr id="4" name="Picture 3">
            <a:extLst>
              <a:ext uri="{FF2B5EF4-FFF2-40B4-BE49-F238E27FC236}">
                <a16:creationId xmlns:a16="http://schemas.microsoft.com/office/drawing/2014/main" id="{FD257690-FC95-9A21-080A-5782E910FB4E}"/>
              </a:ext>
            </a:extLst>
          </p:cNvPr>
          <p:cNvPicPr>
            <a:picLocks noChangeAspect="1"/>
          </p:cNvPicPr>
          <p:nvPr/>
        </p:nvPicPr>
        <p:blipFill>
          <a:blip r:embed="rId3"/>
          <a:stretch>
            <a:fillRect/>
          </a:stretch>
        </p:blipFill>
        <p:spPr>
          <a:xfrm>
            <a:off x="766411" y="1536241"/>
            <a:ext cx="6309791" cy="4368317"/>
          </a:xfrm>
          <a:prstGeom prst="rect">
            <a:avLst/>
          </a:prstGeom>
        </p:spPr>
      </p:pic>
      <p:sp>
        <p:nvSpPr>
          <p:cNvPr id="5" name="Rectangle 5">
            <a:extLst>
              <a:ext uri="{FF2B5EF4-FFF2-40B4-BE49-F238E27FC236}">
                <a16:creationId xmlns:a16="http://schemas.microsoft.com/office/drawing/2014/main" id="{B5BA187A-1C23-A17F-47D0-15009F934108}"/>
              </a:ext>
            </a:extLst>
          </p:cNvPr>
          <p:cNvSpPr>
            <a:spLocks noGrp="1"/>
          </p:cNvSpPr>
          <p:nvPr>
            <p:ph sz="quarter" idx="1"/>
          </p:nvPr>
        </p:nvSpPr>
        <p:spPr>
          <a:xfrm>
            <a:off x="6364209" y="1959003"/>
            <a:ext cx="3705550" cy="1954175"/>
          </a:xfrm>
        </p:spPr>
        <p:txBody>
          <a:bodyPr/>
          <a:lstStyle/>
          <a:p>
            <a:pPr marL="0" indent="0">
              <a:spcBef>
                <a:spcPts val="900"/>
              </a:spcBef>
              <a:buNone/>
            </a:pPr>
            <a:endParaRPr lang="en-GB" altLang="en-US" sz="2000">
              <a:latin typeface="Calibri" panose="020F0502020204030204" pitchFamily="34" charset="0"/>
              <a:cs typeface="Calibri" panose="020F0502020204030204" pitchFamily="34" charset="0"/>
            </a:endParaRPr>
          </a:p>
          <a:p>
            <a:pPr lvl="1">
              <a:spcBef>
                <a:spcPts val="900"/>
              </a:spcBef>
            </a:pPr>
            <a:r>
              <a:rPr lang="en-GB" altLang="en-US" sz="2200">
                <a:solidFill>
                  <a:srgbClr val="0000CC"/>
                </a:solidFill>
                <a:latin typeface="Calibri" panose="020F0502020204030204" pitchFamily="34" charset="0"/>
                <a:cs typeface="Calibri" panose="020F0502020204030204" pitchFamily="34" charset="0"/>
              </a:rPr>
              <a:t>S</a:t>
            </a:r>
            <a:r>
              <a:rPr lang="en-GB" altLang="en-US" sz="2200" baseline="-25000">
                <a:solidFill>
                  <a:srgbClr val="0000CC"/>
                </a:solidFill>
                <a:latin typeface="Calibri" panose="020F0502020204030204" pitchFamily="34" charset="0"/>
                <a:cs typeface="Calibri" panose="020F0502020204030204" pitchFamily="34" charset="0"/>
              </a:rPr>
              <a:t>i</a:t>
            </a:r>
            <a:r>
              <a:rPr lang="en-GB" altLang="en-US" sz="2200">
                <a:solidFill>
                  <a:srgbClr val="0000CC"/>
                </a:solidFill>
                <a:latin typeface="Calibri" panose="020F0502020204030204" pitchFamily="34" charset="0"/>
                <a:cs typeface="Calibri" panose="020F0502020204030204" pitchFamily="34" charset="0"/>
              </a:rPr>
              <a:t> = immediate </a:t>
            </a:r>
          </a:p>
          <a:p>
            <a:pPr lvl="1">
              <a:spcBef>
                <a:spcPts val="900"/>
              </a:spcBef>
            </a:pPr>
            <a:r>
              <a:rPr lang="en-GB" altLang="en-US" sz="2200">
                <a:solidFill>
                  <a:srgbClr val="006600"/>
                </a:solidFill>
                <a:latin typeface="Calibri" panose="020F0502020204030204" pitchFamily="34" charset="0"/>
                <a:cs typeface="Calibri" panose="020F0502020204030204" pitchFamily="34" charset="0"/>
              </a:rPr>
              <a:t>S</a:t>
            </a:r>
            <a:r>
              <a:rPr lang="en-GB" altLang="en-US" sz="2200" baseline="-25000">
                <a:solidFill>
                  <a:srgbClr val="006600"/>
                </a:solidFill>
                <a:latin typeface="Calibri" panose="020F0502020204030204" pitchFamily="34" charset="0"/>
                <a:cs typeface="Calibri" panose="020F0502020204030204" pitchFamily="34" charset="0"/>
              </a:rPr>
              <a:t>S</a:t>
            </a:r>
            <a:r>
              <a:rPr lang="en-GB" altLang="en-US" sz="2200">
                <a:solidFill>
                  <a:srgbClr val="006600"/>
                </a:solidFill>
                <a:latin typeface="Calibri" panose="020F0502020204030204" pitchFamily="34" charset="0"/>
                <a:cs typeface="Calibri" panose="020F0502020204030204" pitchFamily="34" charset="0"/>
              </a:rPr>
              <a:t> = short run </a:t>
            </a:r>
          </a:p>
          <a:p>
            <a:pPr lvl="1">
              <a:spcBef>
                <a:spcPts val="900"/>
              </a:spcBef>
            </a:pPr>
            <a:r>
              <a:rPr lang="en-GB" altLang="en-US" sz="2200">
                <a:solidFill>
                  <a:srgbClr val="7030A0"/>
                </a:solidFill>
                <a:latin typeface="Calibri" panose="020F0502020204030204" pitchFamily="34" charset="0"/>
                <a:cs typeface="Calibri" panose="020F0502020204030204" pitchFamily="34" charset="0"/>
              </a:rPr>
              <a:t>S</a:t>
            </a:r>
            <a:r>
              <a:rPr lang="en-GB" altLang="en-US" sz="2200" baseline="-25000">
                <a:solidFill>
                  <a:srgbClr val="7030A0"/>
                </a:solidFill>
                <a:latin typeface="Calibri" panose="020F0502020204030204" pitchFamily="34" charset="0"/>
                <a:cs typeface="Calibri" panose="020F0502020204030204" pitchFamily="34" charset="0"/>
              </a:rPr>
              <a:t>L</a:t>
            </a:r>
            <a:r>
              <a:rPr lang="en-GB" altLang="en-US" sz="2200">
                <a:solidFill>
                  <a:srgbClr val="7030A0"/>
                </a:solidFill>
                <a:latin typeface="Calibri" panose="020F0502020204030204" pitchFamily="34" charset="0"/>
                <a:cs typeface="Calibri" panose="020F0502020204030204" pitchFamily="34" charset="0"/>
              </a:rPr>
              <a:t> = long run</a:t>
            </a:r>
          </a:p>
        </p:txBody>
      </p:sp>
    </p:spTree>
    <p:extLst>
      <p:ext uri="{BB962C8B-B14F-4D97-AF65-F5344CB8AC3E}">
        <p14:creationId xmlns:p14="http://schemas.microsoft.com/office/powerpoint/2010/main" val="231856984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p:tgtEl>
                                          <p:spTgt spid="5">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67C80BB6-00BF-4C54-85E5-B9C7B5A40F7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59F62868-75F1-4899-928D-301B1EB35E3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9" name="Rectangle 7">
            <a:extLst>
              <a:ext uri="{FF2B5EF4-FFF2-40B4-BE49-F238E27FC236}">
                <a16:creationId xmlns:a16="http://schemas.microsoft.com/office/drawing/2014/main" id="{4F1F4526-BEF1-43B7-8656-852C4A7861CD}"/>
              </a:ext>
            </a:extLst>
          </p:cNvPr>
          <p:cNvSpPr>
            <a:spLocks noGrp="1"/>
          </p:cNvSpPr>
          <p:nvPr>
            <p:ph type="title"/>
          </p:nvPr>
        </p:nvSpPr>
        <p:spPr>
          <a:xfrm>
            <a:off x="383832" y="149300"/>
            <a:ext cx="10515600" cy="861720"/>
          </a:xfrm>
          <a:noFill/>
          <a:ln/>
        </p:spPr>
        <p:txBody>
          <a:bodyPr/>
          <a:lstStyle/>
          <a:p>
            <a:r>
              <a:rPr lang="en-GB" altLang="en-US" sz="3400"/>
              <a:t>Summary</a:t>
            </a:r>
          </a:p>
        </p:txBody>
      </p:sp>
      <p:sp>
        <p:nvSpPr>
          <p:cNvPr id="2" name="TextBox 1">
            <a:extLst>
              <a:ext uri="{FF2B5EF4-FFF2-40B4-BE49-F238E27FC236}">
                <a16:creationId xmlns:a16="http://schemas.microsoft.com/office/drawing/2014/main" id="{D24CA3DD-B954-C179-0B49-895D44B1950D}"/>
              </a:ext>
            </a:extLst>
          </p:cNvPr>
          <p:cNvSpPr txBox="1"/>
          <p:nvPr/>
        </p:nvSpPr>
        <p:spPr>
          <a:xfrm>
            <a:off x="246829" y="1168819"/>
            <a:ext cx="11696469" cy="3939540"/>
          </a:xfrm>
          <a:prstGeom prst="rect">
            <a:avLst/>
          </a:prstGeom>
          <a:noFill/>
        </p:spPr>
        <p:txBody>
          <a:bodyPr wrap="square" rtlCol="0">
            <a:spAutoFit/>
          </a:bodyPr>
          <a:lstStyle/>
          <a:p>
            <a:pPr marL="273050" lvl="2" indent="-273050">
              <a:spcBef>
                <a:spcPts val="1200"/>
              </a:spcBef>
              <a:buClr>
                <a:srgbClr val="4F81BD"/>
              </a:buClr>
              <a:buSzPct val="85000"/>
              <a:buFont typeface="Wingdings 2" panose="05020102010507070707" pitchFamily="18" charset="2"/>
              <a:buChar char=""/>
            </a:pPr>
            <a:r>
              <a:rPr lang="en-GB" sz="2000">
                <a:latin typeface="Calibri" panose="020F0502020204030204" pitchFamily="34" charset="0"/>
                <a:cs typeface="Calibri" panose="020F0502020204030204" pitchFamily="34" charset="0"/>
              </a:rPr>
              <a:t>Consumers create the demand, and firms provide the supply and the two together create a market, where prices and quantities exchanged are established. </a:t>
            </a:r>
          </a:p>
          <a:p>
            <a:pPr marL="273050" lvl="2" indent="-273050">
              <a:spcBef>
                <a:spcPts val="1200"/>
              </a:spcBef>
              <a:buClr>
                <a:srgbClr val="4F81BD"/>
              </a:buClr>
              <a:buSzPct val="85000"/>
              <a:buFont typeface="Wingdings 2" panose="05020102010507070707" pitchFamily="18" charset="2"/>
              <a:buChar char=""/>
            </a:pPr>
            <a:r>
              <a:rPr lang="en-GB" sz="2000">
                <a:latin typeface="Calibri" panose="020F0502020204030204" pitchFamily="34" charset="0"/>
                <a:cs typeface="Calibri" panose="020F0502020204030204" pitchFamily="34" charset="0"/>
              </a:rPr>
              <a:t>This interaction of supply and demand to establish prices and quantities is known as the market mechanism. </a:t>
            </a:r>
            <a:endParaRPr lang="en-GB" altLang="en-US" sz="2000">
              <a:latin typeface="Calibri" panose="020F0502020204030204" pitchFamily="34" charset="0"/>
              <a:cs typeface="Calibri" panose="020F0502020204030204" pitchFamily="34" charset="0"/>
            </a:endParaRPr>
          </a:p>
          <a:p>
            <a:pPr marL="273050" lvl="2" indent="-273050">
              <a:spcBef>
                <a:spcPts val="1200"/>
              </a:spcBef>
              <a:buClr>
                <a:srgbClr val="4F81BD"/>
              </a:buClr>
              <a:buSzPct val="85000"/>
              <a:buFont typeface="Wingdings 2" panose="05020102010507070707" pitchFamily="18" charset="2"/>
              <a:buChar char=""/>
            </a:pPr>
            <a:r>
              <a:rPr lang="en-GB" altLang="en-US" sz="2000">
                <a:latin typeface="Calibri" panose="020F0502020204030204" pitchFamily="34" charset="0"/>
                <a:cs typeface="Calibri" panose="020F0502020204030204" pitchFamily="34" charset="0"/>
              </a:rPr>
              <a:t>The Law of Demand - when the price of a good rises, the quantity demanded will fall (due to the income and substitution effects).</a:t>
            </a:r>
          </a:p>
          <a:p>
            <a:pPr marL="273050" lvl="2" indent="-273050">
              <a:spcBef>
                <a:spcPts val="1200"/>
              </a:spcBef>
              <a:buClr>
                <a:srgbClr val="4F81BD"/>
              </a:buClr>
              <a:buSzPct val="85000"/>
              <a:buFont typeface="Wingdings 2" panose="05020102010507070707" pitchFamily="18" charset="2"/>
              <a:buChar char=""/>
            </a:pPr>
            <a:r>
              <a:rPr lang="en-GB" altLang="en-US" sz="2000">
                <a:latin typeface="Calibri" panose="020F0502020204030204" pitchFamily="34" charset="0"/>
                <a:cs typeface="Calibri" panose="020F0502020204030204" pitchFamily="34" charset="0"/>
              </a:rPr>
              <a:t>Demand is determined by price, tastes, number and price of substitute goods, number and price of complementary goods, income, distribution of income, expectations of future price changes, etc.</a:t>
            </a:r>
          </a:p>
          <a:p>
            <a:pPr marL="273050" lvl="2" indent="-273050">
              <a:spcBef>
                <a:spcPts val="1200"/>
              </a:spcBef>
              <a:buClr>
                <a:srgbClr val="4F81BD"/>
              </a:buClr>
              <a:buSzPct val="85000"/>
              <a:buFont typeface="Wingdings 2" panose="05020102010507070707" pitchFamily="18" charset="2"/>
              <a:buChar char=""/>
            </a:pPr>
            <a:r>
              <a:rPr lang="en-GB" altLang="en-US" sz="2000">
                <a:latin typeface="Calibri" panose="020F0502020204030204" pitchFamily="34" charset="0"/>
                <a:cs typeface="Calibri" panose="020F0502020204030204" pitchFamily="34" charset="0"/>
              </a:rPr>
              <a:t>The general relationship between supply and price is that as price rises, firms supply more</a:t>
            </a:r>
          </a:p>
          <a:p>
            <a:pPr marL="273050" lvl="2" indent="-273050">
              <a:spcBef>
                <a:spcPts val="1200"/>
              </a:spcBef>
              <a:buClr>
                <a:srgbClr val="4F81BD"/>
              </a:buClr>
              <a:buSzPct val="85000"/>
              <a:buFont typeface="Wingdings 2" panose="05020102010507070707" pitchFamily="18" charset="2"/>
              <a:buChar char=""/>
            </a:pPr>
            <a:r>
              <a:rPr lang="en-GB" altLang="en-US" sz="2000">
                <a:latin typeface="Calibri" panose="020F0502020204030204" pitchFamily="34" charset="0"/>
                <a:cs typeface="Calibri" panose="020F0502020204030204" pitchFamily="34" charset="0"/>
              </a:rPr>
              <a:t>Supply is determined by price, costs of production, profitability of alternative products, profitability of goods in joint supply, nature and random shocks, aims of producers, the number of suppliers, etc.</a:t>
            </a:r>
          </a:p>
        </p:txBody>
      </p:sp>
    </p:spTree>
    <p:extLst>
      <p:ext uri="{BB962C8B-B14F-4D97-AF65-F5344CB8AC3E}">
        <p14:creationId xmlns:p14="http://schemas.microsoft.com/office/powerpoint/2010/main" val="399330877"/>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5B1E-04AE-4E3E-C560-C21E4265AC01}"/>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C2DB9247-24DB-9AC7-8F49-A03FDE3A19BE}"/>
              </a:ext>
            </a:extLst>
          </p:cNvPr>
          <p:cNvSpPr>
            <a:spLocks noGrp="1"/>
          </p:cNvSpPr>
          <p:nvPr>
            <p:ph idx="1"/>
          </p:nvPr>
        </p:nvSpPr>
        <p:spPr/>
        <p:txBody>
          <a:bodyPr/>
          <a:lstStyle/>
          <a:p>
            <a:r>
              <a:rPr lang="en-MY" dirty="0"/>
              <a:t>Additional materials (for reading)</a:t>
            </a:r>
          </a:p>
        </p:txBody>
      </p:sp>
    </p:spTree>
    <p:extLst>
      <p:ext uri="{BB962C8B-B14F-4D97-AF65-F5344CB8AC3E}">
        <p14:creationId xmlns:p14="http://schemas.microsoft.com/office/powerpoint/2010/main" val="1834156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771EFE9D-45E1-465F-A211-DFFAD3E2F532}"/>
              </a:ext>
            </a:extLst>
          </p:cNvPr>
          <p:cNvSpPr>
            <a:spLocks noGrp="1" noChangeArrowheads="1"/>
          </p:cNvSpPr>
          <p:nvPr>
            <p:ph type="ctrTitle"/>
          </p:nvPr>
        </p:nvSpPr>
        <p:spPr/>
        <p:txBody>
          <a:bodyPr/>
          <a:lstStyle/>
          <a:p>
            <a:r>
              <a:rPr lang="en-GB" altLang="en-US"/>
              <a:t>The Working of</a:t>
            </a:r>
            <a:br>
              <a:rPr lang="en-GB" altLang="en-US"/>
            </a:br>
            <a:r>
              <a:rPr lang="en-GB" altLang="en-US"/>
              <a:t>Competitive Markets</a:t>
            </a:r>
          </a:p>
        </p:txBody>
      </p:sp>
      <p:sp>
        <p:nvSpPr>
          <p:cNvPr id="390147" name="Rectangle 3">
            <a:extLst>
              <a:ext uri="{FF2B5EF4-FFF2-40B4-BE49-F238E27FC236}">
                <a16:creationId xmlns:a16="http://schemas.microsoft.com/office/drawing/2014/main" id="{8E0A933F-9654-4149-BC31-97A62929B8F0}"/>
              </a:ext>
            </a:extLst>
          </p:cNvPr>
          <p:cNvSpPr>
            <a:spLocks noGrp="1" noChangeArrowheads="1"/>
          </p:cNvSpPr>
          <p:nvPr>
            <p:ph type="subTitle" idx="1"/>
          </p:nvPr>
        </p:nvSpPr>
        <p:spPr/>
        <p:txBody>
          <a:bodyPr/>
          <a:lstStyle/>
          <a:p>
            <a:r>
              <a:rPr lang="en-GB" altLang="en-US"/>
              <a:t>Applications of the Market</a:t>
            </a:r>
          </a:p>
        </p:txBody>
      </p:sp>
    </p:spTree>
    <p:extLst>
      <p:ext uri="{BB962C8B-B14F-4D97-AF65-F5344CB8AC3E}">
        <p14:creationId xmlns:p14="http://schemas.microsoft.com/office/powerpoint/2010/main" val="816310575"/>
      </p:ext>
    </p:extLst>
  </p:cSld>
  <p:clrMapOvr>
    <a:masterClrMapping/>
  </p:clrMapOvr>
  <p:transition spd="slow">
    <p:pull dir="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9282"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09283"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4" name="Title 3">
            <a:extLst>
              <a:ext uri="{FF2B5EF4-FFF2-40B4-BE49-F238E27FC236}">
                <a16:creationId xmlns:a16="http://schemas.microsoft.com/office/drawing/2014/main" id="{FD4C77DB-B13B-4FF2-A9B3-A741738B72F6}"/>
              </a:ext>
            </a:extLst>
          </p:cNvPr>
          <p:cNvSpPr>
            <a:spLocks noGrp="1"/>
          </p:cNvSpPr>
          <p:nvPr>
            <p:ph type="title"/>
          </p:nvPr>
        </p:nvSpPr>
        <p:spPr>
          <a:xfrm>
            <a:off x="213440" y="189058"/>
            <a:ext cx="10515600" cy="861720"/>
          </a:xfrm>
        </p:spPr>
        <p:txBody>
          <a:bodyPr/>
          <a:lstStyle/>
          <a:p>
            <a:r>
              <a:rPr lang="en-GB" altLang="en-US"/>
              <a:t>Applications of the Market</a:t>
            </a:r>
            <a:endParaRPr lang="en-GB"/>
          </a:p>
        </p:txBody>
      </p:sp>
      <p:sp>
        <p:nvSpPr>
          <p:cNvPr id="609285" name="Rectangle 5"/>
          <p:cNvSpPr>
            <a:spLocks noGrp="1"/>
          </p:cNvSpPr>
          <p:nvPr>
            <p:ph sz="quarter" idx="1"/>
          </p:nvPr>
        </p:nvSpPr>
        <p:spPr>
          <a:xfrm>
            <a:off x="213173" y="1079822"/>
            <a:ext cx="11568194" cy="5448761"/>
          </a:xfrm>
        </p:spPr>
        <p:txBody>
          <a:bodyPr/>
          <a:lstStyle/>
          <a:p>
            <a:pPr marL="0" indent="0">
              <a:spcBef>
                <a:spcPts val="900"/>
              </a:spcBef>
              <a:buNone/>
            </a:pPr>
            <a:r>
              <a:rPr lang="en-GB" altLang="en-US" sz="2000">
                <a:latin typeface="Calibri" panose="020F0502020204030204" pitchFamily="34" charset="0"/>
                <a:cs typeface="Calibri" panose="020F0502020204030204" pitchFamily="34" charset="0"/>
              </a:rPr>
              <a:t>Case study: The UK Housing Market</a:t>
            </a:r>
          </a:p>
          <a:p>
            <a:pPr>
              <a:spcBef>
                <a:spcPts val="900"/>
              </a:spcBef>
            </a:pPr>
            <a:r>
              <a:rPr lang="en-GB" altLang="en-US" sz="2000">
                <a:latin typeface="Calibri" panose="020F0502020204030204" pitchFamily="34" charset="0"/>
                <a:cs typeface="Calibri" panose="020F0502020204030204" pitchFamily="34" charset="0"/>
              </a:rPr>
              <a:t>The Ups and Downs of the Housing Market</a:t>
            </a:r>
          </a:p>
          <a:p>
            <a:pPr lvl="1">
              <a:spcBef>
                <a:spcPts val="900"/>
              </a:spcBef>
            </a:pPr>
            <a:r>
              <a:rPr lang="en-GB" altLang="en-US">
                <a:latin typeface="Calibri" panose="020F0502020204030204" pitchFamily="34" charset="0"/>
                <a:cs typeface="Calibri" panose="020F0502020204030204" pitchFamily="34" charset="0"/>
              </a:rPr>
              <a:t>Not only are actual prices rising over the long-term, but more significantly, prices are increasing in </a:t>
            </a:r>
            <a:r>
              <a:rPr lang="en-GB" altLang="en-US" i="1">
                <a:latin typeface="Calibri" panose="020F0502020204030204" pitchFamily="34" charset="0"/>
                <a:cs typeface="Calibri" panose="020F0502020204030204" pitchFamily="34" charset="0"/>
              </a:rPr>
              <a:t>real</a:t>
            </a:r>
            <a:r>
              <a:rPr lang="en-GB" altLang="en-US">
                <a:latin typeface="Calibri" panose="020F0502020204030204" pitchFamily="34" charset="0"/>
                <a:cs typeface="Calibri" panose="020F0502020204030204" pitchFamily="34" charset="0"/>
              </a:rPr>
              <a:t> terms too (this means that house prices are increasing </a:t>
            </a:r>
            <a:r>
              <a:rPr lang="en-GB" altLang="en-US" i="1">
                <a:latin typeface="Calibri" panose="020F0502020204030204" pitchFamily="34" charset="0"/>
                <a:cs typeface="Calibri" panose="020F0502020204030204" pitchFamily="34" charset="0"/>
              </a:rPr>
              <a:t>relative</a:t>
            </a:r>
            <a:r>
              <a:rPr lang="en-GB" altLang="en-US">
                <a:latin typeface="Calibri" panose="020F0502020204030204" pitchFamily="34" charset="0"/>
                <a:cs typeface="Calibri" panose="020F0502020204030204" pitchFamily="34" charset="0"/>
              </a:rPr>
              <a:t> to general prices).</a:t>
            </a:r>
          </a:p>
          <a:p>
            <a:pPr lvl="1">
              <a:spcBef>
                <a:spcPts val="900"/>
              </a:spcBef>
            </a:pPr>
            <a:r>
              <a:rPr lang="en-GB" altLang="en-US">
                <a:latin typeface="Calibri" panose="020F0502020204030204" pitchFamily="34" charset="0"/>
                <a:cs typeface="Calibri" panose="020F0502020204030204" pitchFamily="34" charset="0"/>
              </a:rPr>
              <a:t>The average UK house price in January 1970 was a little over £3900. By January 2022, it had risen to over £274,000, an increase of nearly 7000 per cent.</a:t>
            </a:r>
          </a:p>
          <a:p>
            <a:pPr marL="0" indent="0">
              <a:spcBef>
                <a:spcPts val="900"/>
              </a:spcBef>
              <a:buNone/>
            </a:pPr>
            <a:endParaRPr lang="en-GB" altLang="en-US" sz="2000">
              <a:latin typeface="Calibri" panose="020F0502020204030204" pitchFamily="34" charset="0"/>
              <a:cs typeface="Calibri" panose="020F0502020204030204" pitchFamily="34" charset="0"/>
            </a:endParaRPr>
          </a:p>
          <a:p>
            <a:pPr>
              <a:spcBef>
                <a:spcPts val="900"/>
              </a:spcBef>
            </a:pPr>
            <a:r>
              <a:rPr lang="en-GB" altLang="en-US" sz="2000">
                <a:latin typeface="Calibri" panose="020F0502020204030204" pitchFamily="34" charset="0"/>
                <a:cs typeface="Calibri" panose="020F0502020204030204" pitchFamily="34" charset="0"/>
              </a:rPr>
              <a:t>The Determinants of House Prices</a:t>
            </a:r>
          </a:p>
          <a:p>
            <a:pPr lvl="1">
              <a:spcBef>
                <a:spcPts val="900"/>
              </a:spcBef>
            </a:pPr>
            <a:r>
              <a:rPr lang="en-GB" altLang="en-US">
                <a:latin typeface="Calibri" panose="020F0502020204030204" pitchFamily="34" charset="0"/>
                <a:cs typeface="Calibri" panose="020F0502020204030204" pitchFamily="34" charset="0"/>
              </a:rPr>
              <a:t>House prices are determined by demand and supply.</a:t>
            </a:r>
          </a:p>
          <a:p>
            <a:pPr lvl="1">
              <a:spcBef>
                <a:spcPts val="900"/>
              </a:spcBef>
            </a:pPr>
            <a:r>
              <a:rPr lang="en-GB" altLang="en-US">
                <a:latin typeface="Calibri" panose="020F0502020204030204" pitchFamily="34" charset="0"/>
                <a:cs typeface="Calibri" panose="020F0502020204030204" pitchFamily="34" charset="0"/>
              </a:rPr>
              <a:t>If demand rises (i.e., shifts to the right) or if supply falls (i.e., shifts to the left), the equilibrium price of houses will rise. </a:t>
            </a:r>
          </a:p>
          <a:p>
            <a:pPr lvl="1">
              <a:spcBef>
                <a:spcPts val="900"/>
              </a:spcBef>
            </a:pPr>
            <a:r>
              <a:rPr lang="en-GB" altLang="en-US">
                <a:latin typeface="Calibri" panose="020F0502020204030204" pitchFamily="34" charset="0"/>
                <a:cs typeface="Calibri" panose="020F0502020204030204" pitchFamily="34" charset="0"/>
              </a:rPr>
              <a:t>If demand falls or supply rises, the equilibrium price will fall.</a:t>
            </a:r>
          </a:p>
        </p:txBody>
      </p:sp>
      <p:sp>
        <p:nvSpPr>
          <p:cNvPr id="805890" name="Rectangle 2"/>
          <p:cNvSpPr>
            <a:spLocks noChangeArrowheads="1"/>
          </p:cNvSpPr>
          <p:nvPr/>
        </p:nvSpPr>
        <p:spPr bwMode="auto">
          <a:xfrm>
            <a:off x="1825625" y="204793"/>
            <a:ext cx="85344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gn="ctr">
              <a:defRPr sz="3800">
                <a:solidFill>
                  <a:srgbClr val="000066"/>
                </a:solidFill>
                <a:effectLst>
                  <a:outerShdw blurRad="38100" dist="38100" dir="2700000" algn="tl">
                    <a:srgbClr val="000000"/>
                  </a:outerShdw>
                </a:effectLst>
                <a:latin typeface="Arial" panose="020B0604020202020204" pitchFamily="34" charset="0"/>
              </a:defRPr>
            </a:lvl1pPr>
            <a:lvl2pPr algn="ctr">
              <a:defRPr sz="3800">
                <a:solidFill>
                  <a:srgbClr val="000066"/>
                </a:solidFill>
                <a:effectLst>
                  <a:outerShdw blurRad="38100" dist="38100" dir="2700000" algn="tl">
                    <a:srgbClr val="000000"/>
                  </a:outerShdw>
                </a:effectLst>
                <a:latin typeface="Arial" panose="020B0604020202020204" pitchFamily="34" charset="0"/>
              </a:defRPr>
            </a:lvl2pPr>
            <a:lvl3pPr algn="ctr">
              <a:defRPr sz="3800">
                <a:solidFill>
                  <a:srgbClr val="000066"/>
                </a:solidFill>
                <a:effectLst>
                  <a:outerShdw blurRad="38100" dist="38100" dir="2700000" algn="tl">
                    <a:srgbClr val="000000"/>
                  </a:outerShdw>
                </a:effectLst>
                <a:latin typeface="Arial" panose="020B0604020202020204" pitchFamily="34" charset="0"/>
              </a:defRPr>
            </a:lvl3pPr>
            <a:lvl4pPr algn="ctr">
              <a:defRPr sz="3800">
                <a:solidFill>
                  <a:srgbClr val="000066"/>
                </a:solidFill>
                <a:effectLst>
                  <a:outerShdw blurRad="38100" dist="38100" dir="2700000" algn="tl">
                    <a:srgbClr val="000000"/>
                  </a:outerShdw>
                </a:effectLst>
                <a:latin typeface="Arial" panose="020B0604020202020204" pitchFamily="34" charset="0"/>
              </a:defRPr>
            </a:lvl4pPr>
            <a:lvl5pPr algn="ctr">
              <a:defRPr sz="3800">
                <a:solidFill>
                  <a:srgbClr val="000066"/>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endParaRPr lang="en-GB" altLang="en-US"/>
          </a:p>
        </p:txBody>
      </p:sp>
      <p:sp>
        <p:nvSpPr>
          <p:cNvPr id="2" name="TextBox 1">
            <a:extLst>
              <a:ext uri="{FF2B5EF4-FFF2-40B4-BE49-F238E27FC236}">
                <a16:creationId xmlns:a16="http://schemas.microsoft.com/office/drawing/2014/main" id="{12D84E93-6D98-0E9B-7534-17026A642F97}"/>
              </a:ext>
            </a:extLst>
          </p:cNvPr>
          <p:cNvSpPr txBox="1"/>
          <p:nvPr/>
        </p:nvSpPr>
        <p:spPr>
          <a:xfrm>
            <a:off x="-357825" y="5409732"/>
            <a:ext cx="8666938" cy="707886"/>
          </a:xfrm>
          <a:prstGeom prst="rect">
            <a:avLst/>
          </a:prstGeom>
          <a:noFill/>
        </p:spPr>
        <p:txBody>
          <a:bodyPr wrap="square" rtlCol="0">
            <a:spAutoFit/>
          </a:bodyPr>
          <a:lstStyle/>
          <a:p>
            <a:pPr lvl="2">
              <a:spcBef>
                <a:spcPts val="900"/>
              </a:spcBef>
            </a:pPr>
            <a:r>
              <a:rPr lang="en-GB" altLang="en-US" sz="2000">
                <a:highlight>
                  <a:srgbClr val="FFFF00"/>
                </a:highlight>
                <a:latin typeface="Calibri" panose="020F0502020204030204" pitchFamily="34" charset="0"/>
                <a:cs typeface="Calibri" panose="020F0502020204030204" pitchFamily="34" charset="0"/>
              </a:rPr>
              <a:t>Why did UK house prices rise so rapidly in the 1980s, from 1997-2007, from 2013-16 and from late 2020? </a:t>
            </a:r>
            <a:endParaRPr lang="en-GB" altLang="en-US" sz="2000">
              <a:solidFill>
                <a:srgbClr val="786E86"/>
              </a:solidFill>
              <a:highlight>
                <a:srgbClr val="FFFF00"/>
              </a:highlight>
            </a:endParaRPr>
          </a:p>
        </p:txBody>
      </p:sp>
    </p:spTree>
    <p:extLst>
      <p:ext uri="{BB962C8B-B14F-4D97-AF65-F5344CB8AC3E}">
        <p14:creationId xmlns:p14="http://schemas.microsoft.com/office/powerpoint/2010/main" val="358326394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9285">
                                            <p:txEl>
                                              <p:pRg st="0" end="0"/>
                                            </p:txEl>
                                          </p:spTgt>
                                        </p:tgtEl>
                                        <p:attrNameLst>
                                          <p:attrName>style.visibility</p:attrName>
                                        </p:attrNameLst>
                                      </p:cBhvr>
                                      <p:to>
                                        <p:strVal val="visible"/>
                                      </p:to>
                                    </p:set>
                                    <p:anim calcmode="lin" valueType="num">
                                      <p:cBhvr additive="base">
                                        <p:cTn id="7" dur="500"/>
                                        <p:tgtEl>
                                          <p:spTgt spid="60928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0928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09285">
                                            <p:txEl>
                                              <p:pRg st="1" end="1"/>
                                            </p:txEl>
                                          </p:spTgt>
                                        </p:tgtEl>
                                        <p:attrNameLst>
                                          <p:attrName>style.visibility</p:attrName>
                                        </p:attrNameLst>
                                      </p:cBhvr>
                                      <p:to>
                                        <p:strVal val="visible"/>
                                      </p:to>
                                    </p:set>
                                    <p:anim calcmode="lin" valueType="num">
                                      <p:cBhvr additive="base">
                                        <p:cTn id="13" dur="500"/>
                                        <p:tgtEl>
                                          <p:spTgt spid="60928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0928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09285">
                                            <p:txEl>
                                              <p:pRg st="2" end="2"/>
                                            </p:txEl>
                                          </p:spTgt>
                                        </p:tgtEl>
                                        <p:attrNameLst>
                                          <p:attrName>style.visibility</p:attrName>
                                        </p:attrNameLst>
                                      </p:cBhvr>
                                      <p:to>
                                        <p:strVal val="visible"/>
                                      </p:to>
                                    </p:set>
                                    <p:anim calcmode="lin" valueType="num">
                                      <p:cBhvr additive="base">
                                        <p:cTn id="19" dur="500"/>
                                        <p:tgtEl>
                                          <p:spTgt spid="60928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0928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09285">
                                            <p:txEl>
                                              <p:pRg st="3" end="3"/>
                                            </p:txEl>
                                          </p:spTgt>
                                        </p:tgtEl>
                                        <p:attrNameLst>
                                          <p:attrName>style.visibility</p:attrName>
                                        </p:attrNameLst>
                                      </p:cBhvr>
                                      <p:to>
                                        <p:strVal val="visible"/>
                                      </p:to>
                                    </p:set>
                                    <p:anim calcmode="lin" valueType="num">
                                      <p:cBhvr additive="base">
                                        <p:cTn id="25" dur="500"/>
                                        <p:tgtEl>
                                          <p:spTgt spid="60928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0928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609285">
                                            <p:txEl>
                                              <p:pRg st="5" end="5"/>
                                            </p:txEl>
                                          </p:spTgt>
                                        </p:tgtEl>
                                        <p:attrNameLst>
                                          <p:attrName>style.visibility</p:attrName>
                                        </p:attrNameLst>
                                      </p:cBhvr>
                                      <p:to>
                                        <p:strVal val="visible"/>
                                      </p:to>
                                    </p:set>
                                    <p:anim calcmode="lin" valueType="num">
                                      <p:cBhvr additive="base">
                                        <p:cTn id="31" dur="500"/>
                                        <p:tgtEl>
                                          <p:spTgt spid="60928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60928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09285">
                                            <p:txEl>
                                              <p:pRg st="6" end="6"/>
                                            </p:txEl>
                                          </p:spTgt>
                                        </p:tgtEl>
                                        <p:attrNameLst>
                                          <p:attrName>style.visibility</p:attrName>
                                        </p:attrNameLst>
                                      </p:cBhvr>
                                      <p:to>
                                        <p:strVal val="visible"/>
                                      </p:to>
                                    </p:set>
                                    <p:anim calcmode="lin" valueType="num">
                                      <p:cBhvr additive="base">
                                        <p:cTn id="37" dur="500"/>
                                        <p:tgtEl>
                                          <p:spTgt spid="60928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60928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609285">
                                            <p:txEl>
                                              <p:pRg st="7" end="7"/>
                                            </p:txEl>
                                          </p:spTgt>
                                        </p:tgtEl>
                                        <p:attrNameLst>
                                          <p:attrName>style.visibility</p:attrName>
                                        </p:attrNameLst>
                                      </p:cBhvr>
                                      <p:to>
                                        <p:strVal val="visible"/>
                                      </p:to>
                                    </p:set>
                                    <p:anim calcmode="lin" valueType="num">
                                      <p:cBhvr additive="base">
                                        <p:cTn id="43" dur="500"/>
                                        <p:tgtEl>
                                          <p:spTgt spid="60928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60928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609285">
                                            <p:txEl>
                                              <p:pRg st="8" end="8"/>
                                            </p:txEl>
                                          </p:spTgt>
                                        </p:tgtEl>
                                        <p:attrNameLst>
                                          <p:attrName>style.visibility</p:attrName>
                                        </p:attrNameLst>
                                      </p:cBhvr>
                                      <p:to>
                                        <p:strVal val="visible"/>
                                      </p:to>
                                    </p:set>
                                    <p:anim calcmode="lin" valueType="num">
                                      <p:cBhvr additive="base">
                                        <p:cTn id="49" dur="500"/>
                                        <p:tgtEl>
                                          <p:spTgt spid="609285">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60928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5" grpId="0" build="p" bldLvl="3"/>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9282"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09283"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4" name="Title 3">
            <a:extLst>
              <a:ext uri="{FF2B5EF4-FFF2-40B4-BE49-F238E27FC236}">
                <a16:creationId xmlns:a16="http://schemas.microsoft.com/office/drawing/2014/main" id="{FD4C77DB-B13B-4FF2-A9B3-A741738B72F6}"/>
              </a:ext>
            </a:extLst>
          </p:cNvPr>
          <p:cNvSpPr>
            <a:spLocks noGrp="1"/>
          </p:cNvSpPr>
          <p:nvPr>
            <p:ph type="title"/>
          </p:nvPr>
        </p:nvSpPr>
        <p:spPr>
          <a:xfrm>
            <a:off x="355436" y="257212"/>
            <a:ext cx="10515600" cy="861720"/>
          </a:xfrm>
        </p:spPr>
        <p:txBody>
          <a:bodyPr/>
          <a:lstStyle/>
          <a:p>
            <a:r>
              <a:rPr lang="en-GB" altLang="en-US"/>
              <a:t>Applications of the Market</a:t>
            </a:r>
            <a:endParaRPr lang="en-GB"/>
          </a:p>
        </p:txBody>
      </p:sp>
      <p:sp>
        <p:nvSpPr>
          <p:cNvPr id="609285" name="Rectangle 5"/>
          <p:cNvSpPr>
            <a:spLocks noGrp="1"/>
          </p:cNvSpPr>
          <p:nvPr>
            <p:ph sz="quarter" idx="1"/>
          </p:nvPr>
        </p:nvSpPr>
        <p:spPr>
          <a:xfrm>
            <a:off x="355436" y="1334215"/>
            <a:ext cx="11412494" cy="5064489"/>
          </a:xfrm>
        </p:spPr>
        <p:txBody>
          <a:bodyPr/>
          <a:lstStyle/>
          <a:p>
            <a:pPr marL="0" indent="0">
              <a:spcBef>
                <a:spcPts val="900"/>
              </a:spcBef>
              <a:buNone/>
            </a:pPr>
            <a:r>
              <a:rPr lang="en-GB" altLang="en-US" sz="2000">
                <a:latin typeface="Calibri" panose="020F0502020204030204" pitchFamily="34" charset="0"/>
                <a:cs typeface="Calibri" panose="020F0502020204030204" pitchFamily="34" charset="0"/>
              </a:rPr>
              <a:t>Case study: The UK Housing Market</a:t>
            </a:r>
          </a:p>
          <a:p>
            <a:pPr>
              <a:spcBef>
                <a:spcPts val="900"/>
              </a:spcBef>
            </a:pPr>
            <a:r>
              <a:rPr lang="en-GB" altLang="en-US" sz="2000">
                <a:solidFill>
                  <a:srgbClr val="2C3846"/>
                </a:solidFill>
                <a:latin typeface="Calibri" panose="020F0502020204030204" pitchFamily="34" charset="0"/>
                <a:cs typeface="Calibri" panose="020F0502020204030204" pitchFamily="34" charset="0"/>
              </a:rPr>
              <a:t>What caused these observed rises/falls in house prices? The answer lies primarily in the demand for housing.</a:t>
            </a:r>
          </a:p>
          <a:p>
            <a:pPr lvl="1">
              <a:spcBef>
                <a:spcPts val="900"/>
              </a:spcBef>
            </a:pPr>
            <a:r>
              <a:rPr lang="en-GB" altLang="en-US" b="1">
                <a:latin typeface="Calibri" panose="020F0502020204030204" pitchFamily="34" charset="0"/>
                <a:cs typeface="Calibri" panose="020F0502020204030204" pitchFamily="34" charset="0"/>
              </a:rPr>
              <a:t>Incomes</a:t>
            </a:r>
            <a:r>
              <a:rPr lang="en-GB" altLang="en-US">
                <a:latin typeface="Calibri" panose="020F0502020204030204" pitchFamily="34" charset="0"/>
                <a:cs typeface="Calibri" panose="020F0502020204030204" pitchFamily="34" charset="0"/>
              </a:rPr>
              <a:t> – the late 1980s, 1996-2007 and 2013-16 were periods of rising incomes or economic recovery and people were prepared to stretch themselves. </a:t>
            </a:r>
          </a:p>
          <a:p>
            <a:pPr lvl="1">
              <a:spcBef>
                <a:spcPts val="900"/>
              </a:spcBef>
            </a:pPr>
            <a:r>
              <a:rPr lang="en-GB" altLang="en-US" b="1">
                <a:latin typeface="Calibri" panose="020F0502020204030204" pitchFamily="34" charset="0"/>
                <a:cs typeface="Calibri" panose="020F0502020204030204" pitchFamily="34" charset="0"/>
              </a:rPr>
              <a:t>Number of households </a:t>
            </a:r>
            <a:r>
              <a:rPr lang="en-GB" altLang="en-US">
                <a:latin typeface="Calibri" panose="020F0502020204030204" pitchFamily="34" charset="0"/>
                <a:cs typeface="Calibri" panose="020F0502020204030204" pitchFamily="34" charset="0"/>
              </a:rPr>
              <a:t>– the desire for home ownership has increased over the years; there have been social and demographic changes, such as rising life expectancy and more single-parent families.</a:t>
            </a:r>
          </a:p>
          <a:p>
            <a:pPr lvl="1">
              <a:spcBef>
                <a:spcPts val="900"/>
              </a:spcBef>
            </a:pPr>
            <a:r>
              <a:rPr lang="en-GB" altLang="en-US" b="1">
                <a:latin typeface="Calibri" panose="020F0502020204030204" pitchFamily="34" charset="0"/>
                <a:cs typeface="Calibri" panose="020F0502020204030204" pitchFamily="34" charset="0"/>
              </a:rPr>
              <a:t>Cost and availability of mortgages </a:t>
            </a:r>
            <a:r>
              <a:rPr lang="en-GB" altLang="en-US">
                <a:latin typeface="Calibri" panose="020F0502020204030204" pitchFamily="34" charset="0"/>
                <a:cs typeface="Calibri" panose="020F0502020204030204" pitchFamily="34" charset="0"/>
              </a:rPr>
              <a:t>– as interest rates rise, the cost of mortgages increases. The confidence and ability of banks to lend changes depending on the state of the economy.</a:t>
            </a:r>
          </a:p>
          <a:p>
            <a:pPr lvl="1">
              <a:spcBef>
                <a:spcPts val="900"/>
              </a:spcBef>
            </a:pPr>
            <a:r>
              <a:rPr lang="en-GB" altLang="en-US" b="1">
                <a:latin typeface="Calibri" panose="020F0502020204030204" pitchFamily="34" charset="0"/>
                <a:cs typeface="Calibri" panose="020F0502020204030204" pitchFamily="34" charset="0"/>
              </a:rPr>
              <a:t>Speculation</a:t>
            </a:r>
            <a:r>
              <a:rPr lang="en-GB" altLang="en-US">
                <a:latin typeface="Calibri" panose="020F0502020204030204" pitchFamily="34" charset="0"/>
                <a:cs typeface="Calibri" panose="020F0502020204030204" pitchFamily="34" charset="0"/>
              </a:rPr>
              <a:t> – for e.g., if prices are increasing - people buy as soon as possible before prices increase, but sellers avoid selling until prices have increased even more.</a:t>
            </a:r>
          </a:p>
          <a:p>
            <a:pPr lvl="1">
              <a:spcBef>
                <a:spcPts val="900"/>
              </a:spcBef>
            </a:pPr>
            <a:r>
              <a:rPr lang="en-GB" altLang="en-US" b="1">
                <a:latin typeface="Calibri" panose="020F0502020204030204" pitchFamily="34" charset="0"/>
                <a:cs typeface="Calibri" panose="020F0502020204030204" pitchFamily="34" charset="0"/>
              </a:rPr>
              <a:t>Supply-side factors </a:t>
            </a:r>
            <a:r>
              <a:rPr lang="en-GB" altLang="en-US">
                <a:latin typeface="Calibri" panose="020F0502020204030204" pitchFamily="34" charset="0"/>
                <a:cs typeface="Calibri" panose="020F0502020204030204" pitchFamily="34" charset="0"/>
              </a:rPr>
              <a:t>– speculation about changing prices (short term), house building (long term).</a:t>
            </a:r>
          </a:p>
          <a:p>
            <a:pPr lvl="1">
              <a:spcBef>
                <a:spcPts val="900"/>
              </a:spcBef>
            </a:pPr>
            <a:endParaRPr lang="en-GB" altLang="en-US">
              <a:solidFill>
                <a:srgbClr val="786E86"/>
              </a:solidFill>
            </a:endParaRPr>
          </a:p>
        </p:txBody>
      </p:sp>
      <p:sp>
        <p:nvSpPr>
          <p:cNvPr id="805890" name="Rectangle 2"/>
          <p:cNvSpPr>
            <a:spLocks noChangeArrowheads="1"/>
          </p:cNvSpPr>
          <p:nvPr/>
        </p:nvSpPr>
        <p:spPr bwMode="auto">
          <a:xfrm>
            <a:off x="1825625" y="204793"/>
            <a:ext cx="85344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gn="ctr">
              <a:defRPr sz="3800">
                <a:solidFill>
                  <a:srgbClr val="000066"/>
                </a:solidFill>
                <a:effectLst>
                  <a:outerShdw blurRad="38100" dist="38100" dir="2700000" algn="tl">
                    <a:srgbClr val="000000"/>
                  </a:outerShdw>
                </a:effectLst>
                <a:latin typeface="Arial" panose="020B0604020202020204" pitchFamily="34" charset="0"/>
              </a:defRPr>
            </a:lvl1pPr>
            <a:lvl2pPr algn="ctr">
              <a:defRPr sz="3800">
                <a:solidFill>
                  <a:srgbClr val="000066"/>
                </a:solidFill>
                <a:effectLst>
                  <a:outerShdw blurRad="38100" dist="38100" dir="2700000" algn="tl">
                    <a:srgbClr val="000000"/>
                  </a:outerShdw>
                </a:effectLst>
                <a:latin typeface="Arial" panose="020B0604020202020204" pitchFamily="34" charset="0"/>
              </a:defRPr>
            </a:lvl2pPr>
            <a:lvl3pPr algn="ctr">
              <a:defRPr sz="3800">
                <a:solidFill>
                  <a:srgbClr val="000066"/>
                </a:solidFill>
                <a:effectLst>
                  <a:outerShdw blurRad="38100" dist="38100" dir="2700000" algn="tl">
                    <a:srgbClr val="000000"/>
                  </a:outerShdw>
                </a:effectLst>
                <a:latin typeface="Arial" panose="020B0604020202020204" pitchFamily="34" charset="0"/>
              </a:defRPr>
            </a:lvl3pPr>
            <a:lvl4pPr algn="ctr">
              <a:defRPr sz="3800">
                <a:solidFill>
                  <a:srgbClr val="000066"/>
                </a:solidFill>
                <a:effectLst>
                  <a:outerShdw blurRad="38100" dist="38100" dir="2700000" algn="tl">
                    <a:srgbClr val="000000"/>
                  </a:outerShdw>
                </a:effectLst>
                <a:latin typeface="Arial" panose="020B0604020202020204" pitchFamily="34" charset="0"/>
              </a:defRPr>
            </a:lvl4pPr>
            <a:lvl5pPr algn="ctr">
              <a:defRPr sz="3800">
                <a:solidFill>
                  <a:srgbClr val="000066"/>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endParaRPr lang="en-GB" altLang="en-US"/>
          </a:p>
        </p:txBody>
      </p:sp>
    </p:spTree>
    <p:extLst>
      <p:ext uri="{BB962C8B-B14F-4D97-AF65-F5344CB8AC3E}">
        <p14:creationId xmlns:p14="http://schemas.microsoft.com/office/powerpoint/2010/main" val="223024868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9285">
                                            <p:txEl>
                                              <p:pRg st="0" end="0"/>
                                            </p:txEl>
                                          </p:spTgt>
                                        </p:tgtEl>
                                        <p:attrNameLst>
                                          <p:attrName>style.visibility</p:attrName>
                                        </p:attrNameLst>
                                      </p:cBhvr>
                                      <p:to>
                                        <p:strVal val="visible"/>
                                      </p:to>
                                    </p:set>
                                    <p:anim calcmode="lin" valueType="num">
                                      <p:cBhvr additive="base">
                                        <p:cTn id="7" dur="500"/>
                                        <p:tgtEl>
                                          <p:spTgt spid="60928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0928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09285">
                                            <p:txEl>
                                              <p:pRg st="1" end="1"/>
                                            </p:txEl>
                                          </p:spTgt>
                                        </p:tgtEl>
                                        <p:attrNameLst>
                                          <p:attrName>style.visibility</p:attrName>
                                        </p:attrNameLst>
                                      </p:cBhvr>
                                      <p:to>
                                        <p:strVal val="visible"/>
                                      </p:to>
                                    </p:set>
                                    <p:anim calcmode="lin" valueType="num">
                                      <p:cBhvr additive="base">
                                        <p:cTn id="13" dur="500"/>
                                        <p:tgtEl>
                                          <p:spTgt spid="60928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0928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09285">
                                            <p:txEl>
                                              <p:pRg st="2" end="2"/>
                                            </p:txEl>
                                          </p:spTgt>
                                        </p:tgtEl>
                                        <p:attrNameLst>
                                          <p:attrName>style.visibility</p:attrName>
                                        </p:attrNameLst>
                                      </p:cBhvr>
                                      <p:to>
                                        <p:strVal val="visible"/>
                                      </p:to>
                                    </p:set>
                                    <p:anim calcmode="lin" valueType="num">
                                      <p:cBhvr additive="base">
                                        <p:cTn id="19" dur="500"/>
                                        <p:tgtEl>
                                          <p:spTgt spid="60928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0928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09285">
                                            <p:txEl>
                                              <p:pRg st="3" end="3"/>
                                            </p:txEl>
                                          </p:spTgt>
                                        </p:tgtEl>
                                        <p:attrNameLst>
                                          <p:attrName>style.visibility</p:attrName>
                                        </p:attrNameLst>
                                      </p:cBhvr>
                                      <p:to>
                                        <p:strVal val="visible"/>
                                      </p:to>
                                    </p:set>
                                    <p:anim calcmode="lin" valueType="num">
                                      <p:cBhvr additive="base">
                                        <p:cTn id="25" dur="500"/>
                                        <p:tgtEl>
                                          <p:spTgt spid="60928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0928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609285">
                                            <p:txEl>
                                              <p:pRg st="4" end="4"/>
                                            </p:txEl>
                                          </p:spTgt>
                                        </p:tgtEl>
                                        <p:attrNameLst>
                                          <p:attrName>style.visibility</p:attrName>
                                        </p:attrNameLst>
                                      </p:cBhvr>
                                      <p:to>
                                        <p:strVal val="visible"/>
                                      </p:to>
                                    </p:set>
                                    <p:anim calcmode="lin" valueType="num">
                                      <p:cBhvr additive="base">
                                        <p:cTn id="31" dur="500"/>
                                        <p:tgtEl>
                                          <p:spTgt spid="60928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60928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09285">
                                            <p:txEl>
                                              <p:pRg st="5" end="5"/>
                                            </p:txEl>
                                          </p:spTgt>
                                        </p:tgtEl>
                                        <p:attrNameLst>
                                          <p:attrName>style.visibility</p:attrName>
                                        </p:attrNameLst>
                                      </p:cBhvr>
                                      <p:to>
                                        <p:strVal val="visible"/>
                                      </p:to>
                                    </p:set>
                                    <p:anim calcmode="lin" valueType="num">
                                      <p:cBhvr additive="base">
                                        <p:cTn id="37" dur="500"/>
                                        <p:tgtEl>
                                          <p:spTgt spid="60928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60928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609285">
                                            <p:txEl>
                                              <p:pRg st="6" end="6"/>
                                            </p:txEl>
                                          </p:spTgt>
                                        </p:tgtEl>
                                        <p:attrNameLst>
                                          <p:attrName>style.visibility</p:attrName>
                                        </p:attrNameLst>
                                      </p:cBhvr>
                                      <p:to>
                                        <p:strVal val="visible"/>
                                      </p:to>
                                    </p:set>
                                    <p:anim calcmode="lin" valueType="num">
                                      <p:cBhvr additive="base">
                                        <p:cTn id="43" dur="500"/>
                                        <p:tgtEl>
                                          <p:spTgt spid="60928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60928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5" grpId="0" build="p" bldLvl="3"/>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9282"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09283"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4" name="Title 3">
            <a:extLst>
              <a:ext uri="{FF2B5EF4-FFF2-40B4-BE49-F238E27FC236}">
                <a16:creationId xmlns:a16="http://schemas.microsoft.com/office/drawing/2014/main" id="{FD4C77DB-B13B-4FF2-A9B3-A741738B72F6}"/>
              </a:ext>
            </a:extLst>
          </p:cNvPr>
          <p:cNvSpPr>
            <a:spLocks noGrp="1"/>
          </p:cNvSpPr>
          <p:nvPr>
            <p:ph type="title"/>
          </p:nvPr>
        </p:nvSpPr>
        <p:spPr/>
        <p:txBody>
          <a:bodyPr/>
          <a:lstStyle/>
          <a:p>
            <a:r>
              <a:rPr lang="en-GB" altLang="en-US"/>
              <a:t>Applications of the Market</a:t>
            </a:r>
            <a:endParaRPr lang="en-GB"/>
          </a:p>
        </p:txBody>
      </p:sp>
      <p:sp>
        <p:nvSpPr>
          <p:cNvPr id="609285" name="Rectangle 5"/>
          <p:cNvSpPr>
            <a:spLocks noGrp="1"/>
          </p:cNvSpPr>
          <p:nvPr>
            <p:ph sz="quarter" idx="1"/>
          </p:nvPr>
        </p:nvSpPr>
        <p:spPr>
          <a:xfrm>
            <a:off x="402335" y="1504607"/>
            <a:ext cx="11379031" cy="5064489"/>
          </a:xfrm>
        </p:spPr>
        <p:txBody>
          <a:bodyPr/>
          <a:lstStyle/>
          <a:p>
            <a:pPr>
              <a:spcBef>
                <a:spcPts val="900"/>
              </a:spcBef>
            </a:pPr>
            <a:r>
              <a:rPr lang="en-GB" altLang="en-US" sz="2200">
                <a:latin typeface="Calibri" panose="020F0502020204030204" pitchFamily="34" charset="0"/>
                <a:cs typeface="Calibri" panose="020F0502020204030204" pitchFamily="34" charset="0"/>
              </a:rPr>
              <a:t>Case Study: The Dubai Housing Market</a:t>
            </a:r>
          </a:p>
          <a:p>
            <a:pPr marL="274638" lvl="1" indent="0">
              <a:spcBef>
                <a:spcPts val="900"/>
              </a:spcBef>
              <a:buNone/>
            </a:pPr>
            <a:endParaRPr lang="en-GB" altLang="en-US">
              <a:solidFill>
                <a:srgbClr val="786E86"/>
              </a:solidFill>
            </a:endParaRPr>
          </a:p>
        </p:txBody>
      </p:sp>
      <p:sp>
        <p:nvSpPr>
          <p:cNvPr id="805890" name="Rectangle 2"/>
          <p:cNvSpPr>
            <a:spLocks noChangeArrowheads="1"/>
          </p:cNvSpPr>
          <p:nvPr/>
        </p:nvSpPr>
        <p:spPr bwMode="auto">
          <a:xfrm>
            <a:off x="1825625" y="204793"/>
            <a:ext cx="85344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gn="ctr">
              <a:defRPr sz="3800">
                <a:solidFill>
                  <a:srgbClr val="000066"/>
                </a:solidFill>
                <a:effectLst>
                  <a:outerShdw blurRad="38100" dist="38100" dir="2700000" algn="tl">
                    <a:srgbClr val="000000"/>
                  </a:outerShdw>
                </a:effectLst>
                <a:latin typeface="Arial" panose="020B0604020202020204" pitchFamily="34" charset="0"/>
              </a:defRPr>
            </a:lvl1pPr>
            <a:lvl2pPr algn="ctr">
              <a:defRPr sz="3800">
                <a:solidFill>
                  <a:srgbClr val="000066"/>
                </a:solidFill>
                <a:effectLst>
                  <a:outerShdw blurRad="38100" dist="38100" dir="2700000" algn="tl">
                    <a:srgbClr val="000000"/>
                  </a:outerShdw>
                </a:effectLst>
                <a:latin typeface="Arial" panose="020B0604020202020204" pitchFamily="34" charset="0"/>
              </a:defRPr>
            </a:lvl2pPr>
            <a:lvl3pPr algn="ctr">
              <a:defRPr sz="3800">
                <a:solidFill>
                  <a:srgbClr val="000066"/>
                </a:solidFill>
                <a:effectLst>
                  <a:outerShdw blurRad="38100" dist="38100" dir="2700000" algn="tl">
                    <a:srgbClr val="000000"/>
                  </a:outerShdw>
                </a:effectLst>
                <a:latin typeface="Arial" panose="020B0604020202020204" pitchFamily="34" charset="0"/>
              </a:defRPr>
            </a:lvl3pPr>
            <a:lvl4pPr algn="ctr">
              <a:defRPr sz="3800">
                <a:solidFill>
                  <a:srgbClr val="000066"/>
                </a:solidFill>
                <a:effectLst>
                  <a:outerShdw blurRad="38100" dist="38100" dir="2700000" algn="tl">
                    <a:srgbClr val="000000"/>
                  </a:outerShdw>
                </a:effectLst>
                <a:latin typeface="Arial" panose="020B0604020202020204" pitchFamily="34" charset="0"/>
              </a:defRPr>
            </a:lvl4pPr>
            <a:lvl5pPr algn="ctr">
              <a:defRPr sz="3800">
                <a:solidFill>
                  <a:srgbClr val="000066"/>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endParaRPr lang="en-GB" altLang="en-US"/>
          </a:p>
        </p:txBody>
      </p:sp>
      <p:pic>
        <p:nvPicPr>
          <p:cNvPr id="3" name="Picture 2" descr="A screen shot of a graph&#10;&#10;Description automatically generated">
            <a:extLst>
              <a:ext uri="{FF2B5EF4-FFF2-40B4-BE49-F238E27FC236}">
                <a16:creationId xmlns:a16="http://schemas.microsoft.com/office/drawing/2014/main" id="{A8ED28D3-A83B-761C-5E53-7F29A28A4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794" y="2151455"/>
            <a:ext cx="7928540" cy="3901182"/>
          </a:xfrm>
          <a:prstGeom prst="rect">
            <a:avLst/>
          </a:prstGeom>
        </p:spPr>
      </p:pic>
      <p:sp>
        <p:nvSpPr>
          <p:cNvPr id="6" name="TextBox 5">
            <a:extLst>
              <a:ext uri="{FF2B5EF4-FFF2-40B4-BE49-F238E27FC236}">
                <a16:creationId xmlns:a16="http://schemas.microsoft.com/office/drawing/2014/main" id="{1FC1E261-C3DE-FB99-A005-5335F537793C}"/>
              </a:ext>
            </a:extLst>
          </p:cNvPr>
          <p:cNvSpPr txBox="1"/>
          <p:nvPr/>
        </p:nvSpPr>
        <p:spPr>
          <a:xfrm>
            <a:off x="8885948" y="2582614"/>
            <a:ext cx="2586125" cy="1631216"/>
          </a:xfrm>
          <a:prstGeom prst="rect">
            <a:avLst/>
          </a:prstGeom>
          <a:noFill/>
        </p:spPr>
        <p:txBody>
          <a:bodyPr wrap="square" rtlCol="0">
            <a:spAutoFit/>
          </a:bodyPr>
          <a:lstStyle/>
          <a:p>
            <a:r>
              <a:rPr lang="en-GB" sz="2000">
                <a:highlight>
                  <a:srgbClr val="FFFF00"/>
                </a:highlight>
                <a:latin typeface="Calibri" panose="020F0502020204030204" pitchFamily="34" charset="0"/>
                <a:cs typeface="Calibri" panose="020F0502020204030204" pitchFamily="34" charset="0"/>
              </a:rPr>
              <a:t>Activity – think about what might explain the changes in residential property in Dubai over the last ten years?</a:t>
            </a:r>
          </a:p>
        </p:txBody>
      </p:sp>
      <p:sp>
        <p:nvSpPr>
          <p:cNvPr id="7" name="TextBox 6">
            <a:extLst>
              <a:ext uri="{FF2B5EF4-FFF2-40B4-BE49-F238E27FC236}">
                <a16:creationId xmlns:a16="http://schemas.microsoft.com/office/drawing/2014/main" id="{FEAE53D7-DC3C-87C9-B3E0-82C5163A1DD8}"/>
              </a:ext>
            </a:extLst>
          </p:cNvPr>
          <p:cNvSpPr txBox="1"/>
          <p:nvPr/>
        </p:nvSpPr>
        <p:spPr>
          <a:xfrm>
            <a:off x="701226" y="6120309"/>
            <a:ext cx="7275931" cy="707886"/>
          </a:xfrm>
          <a:prstGeom prst="rect">
            <a:avLst/>
          </a:prstGeom>
          <a:noFill/>
        </p:spPr>
        <p:txBody>
          <a:bodyPr wrap="square" rtlCol="0">
            <a:spAutoFit/>
          </a:bodyPr>
          <a:lstStyle/>
          <a:p>
            <a:r>
              <a:rPr lang="en-GB" sz="1600">
                <a:hlinkClick r:id="rId4"/>
              </a:rPr>
              <a:t>Dubai Land Department - Residential Sales Price Index</a:t>
            </a:r>
            <a:endParaRPr lang="en-GB" sz="1600"/>
          </a:p>
          <a:p>
            <a:endParaRPr lang="en-GB"/>
          </a:p>
        </p:txBody>
      </p:sp>
    </p:spTree>
    <p:extLst>
      <p:ext uri="{BB962C8B-B14F-4D97-AF65-F5344CB8AC3E}">
        <p14:creationId xmlns:p14="http://schemas.microsoft.com/office/powerpoint/2010/main" val="410948327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9285">
                                            <p:txEl>
                                              <p:pRg st="0" end="0"/>
                                            </p:txEl>
                                          </p:spTgt>
                                        </p:tgtEl>
                                        <p:attrNameLst>
                                          <p:attrName>style.visibility</p:attrName>
                                        </p:attrNameLst>
                                      </p:cBhvr>
                                      <p:to>
                                        <p:strVal val="visible"/>
                                      </p:to>
                                    </p:set>
                                    <p:anim calcmode="lin" valueType="num">
                                      <p:cBhvr additive="base">
                                        <p:cTn id="7" dur="500"/>
                                        <p:tgtEl>
                                          <p:spTgt spid="60928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092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5" grpId="0" build="p" bldLvl="3"/>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9282"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609283"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800"/>
          </a:p>
        </p:txBody>
      </p:sp>
      <p:sp>
        <p:nvSpPr>
          <p:cNvPr id="4" name="Title 3">
            <a:extLst>
              <a:ext uri="{FF2B5EF4-FFF2-40B4-BE49-F238E27FC236}">
                <a16:creationId xmlns:a16="http://schemas.microsoft.com/office/drawing/2014/main" id="{FD4C77DB-B13B-4FF2-A9B3-A741738B72F6}"/>
              </a:ext>
            </a:extLst>
          </p:cNvPr>
          <p:cNvSpPr>
            <a:spLocks noGrp="1"/>
          </p:cNvSpPr>
          <p:nvPr>
            <p:ph type="title"/>
          </p:nvPr>
        </p:nvSpPr>
        <p:spPr>
          <a:xfrm>
            <a:off x="378150" y="365126"/>
            <a:ext cx="10515600" cy="861720"/>
          </a:xfrm>
        </p:spPr>
        <p:txBody>
          <a:bodyPr/>
          <a:lstStyle/>
          <a:p>
            <a:r>
              <a:rPr lang="en-GB" altLang="en-US"/>
              <a:t>Applications of the Market</a:t>
            </a:r>
            <a:endParaRPr lang="en-GB"/>
          </a:p>
        </p:txBody>
      </p:sp>
      <p:sp>
        <p:nvSpPr>
          <p:cNvPr id="609285" name="Rectangle 5"/>
          <p:cNvSpPr>
            <a:spLocks noGrp="1"/>
          </p:cNvSpPr>
          <p:nvPr>
            <p:ph sz="quarter" idx="1"/>
          </p:nvPr>
        </p:nvSpPr>
        <p:spPr>
          <a:xfrm>
            <a:off x="323795" y="1487777"/>
            <a:ext cx="6682865" cy="5064489"/>
          </a:xfrm>
        </p:spPr>
        <p:txBody>
          <a:bodyPr/>
          <a:lstStyle/>
          <a:p>
            <a:pPr>
              <a:spcBef>
                <a:spcPts val="900"/>
              </a:spcBef>
            </a:pPr>
            <a:r>
              <a:rPr lang="en-GB" altLang="en-US" sz="2000">
                <a:latin typeface="Calibri" panose="020F0502020204030204" pitchFamily="34" charset="0"/>
                <a:ea typeface="Calibri" panose="020F0502020204030204" pitchFamily="34" charset="0"/>
                <a:cs typeface="Calibri" panose="020F0502020204030204" pitchFamily="34" charset="0"/>
              </a:rPr>
              <a:t>Case study: the Dubai housing market. </a:t>
            </a:r>
          </a:p>
          <a:p>
            <a:pPr marL="274638" lvl="1" indent="0">
              <a:spcBef>
                <a:spcPts val="900"/>
              </a:spcBef>
              <a:buNone/>
            </a:pPr>
            <a:endParaRPr lang="en-GB" altLang="en-US">
              <a:solidFill>
                <a:srgbClr val="786E86"/>
              </a:solidFill>
            </a:endParaRPr>
          </a:p>
        </p:txBody>
      </p:sp>
      <p:sp>
        <p:nvSpPr>
          <p:cNvPr id="805890" name="Rectangle 2"/>
          <p:cNvSpPr>
            <a:spLocks noChangeArrowheads="1"/>
          </p:cNvSpPr>
          <p:nvPr/>
        </p:nvSpPr>
        <p:spPr bwMode="auto">
          <a:xfrm>
            <a:off x="1825625" y="204793"/>
            <a:ext cx="85344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anchor="b"/>
          <a:lstStyle>
            <a:lvl1pPr algn="ctr">
              <a:defRPr sz="3800">
                <a:solidFill>
                  <a:srgbClr val="000066"/>
                </a:solidFill>
                <a:effectLst>
                  <a:outerShdw blurRad="38100" dist="38100" dir="2700000" algn="tl">
                    <a:srgbClr val="000000"/>
                  </a:outerShdw>
                </a:effectLst>
                <a:latin typeface="Arial" panose="020B0604020202020204" pitchFamily="34" charset="0"/>
              </a:defRPr>
            </a:lvl1pPr>
            <a:lvl2pPr algn="ctr">
              <a:defRPr sz="3800">
                <a:solidFill>
                  <a:srgbClr val="000066"/>
                </a:solidFill>
                <a:effectLst>
                  <a:outerShdw blurRad="38100" dist="38100" dir="2700000" algn="tl">
                    <a:srgbClr val="000000"/>
                  </a:outerShdw>
                </a:effectLst>
                <a:latin typeface="Arial" panose="020B0604020202020204" pitchFamily="34" charset="0"/>
              </a:defRPr>
            </a:lvl2pPr>
            <a:lvl3pPr algn="ctr">
              <a:defRPr sz="3800">
                <a:solidFill>
                  <a:srgbClr val="000066"/>
                </a:solidFill>
                <a:effectLst>
                  <a:outerShdw blurRad="38100" dist="38100" dir="2700000" algn="tl">
                    <a:srgbClr val="000000"/>
                  </a:outerShdw>
                </a:effectLst>
                <a:latin typeface="Arial" panose="020B0604020202020204" pitchFamily="34" charset="0"/>
              </a:defRPr>
            </a:lvl3pPr>
            <a:lvl4pPr algn="ctr">
              <a:defRPr sz="3800">
                <a:solidFill>
                  <a:srgbClr val="000066"/>
                </a:solidFill>
                <a:effectLst>
                  <a:outerShdw blurRad="38100" dist="38100" dir="2700000" algn="tl">
                    <a:srgbClr val="000000"/>
                  </a:outerShdw>
                </a:effectLst>
                <a:latin typeface="Arial" panose="020B0604020202020204" pitchFamily="34" charset="0"/>
              </a:defRPr>
            </a:lvl4pPr>
            <a:lvl5pPr algn="ctr">
              <a:defRPr sz="3800">
                <a:solidFill>
                  <a:srgbClr val="000066"/>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endParaRPr lang="en-GB" altLang="en-US"/>
          </a:p>
        </p:txBody>
      </p:sp>
      <p:pic>
        <p:nvPicPr>
          <p:cNvPr id="3" name="Picture 2" descr="A screen shot of a graph&#10;&#10;Description automatically generated">
            <a:extLst>
              <a:ext uri="{FF2B5EF4-FFF2-40B4-BE49-F238E27FC236}">
                <a16:creationId xmlns:a16="http://schemas.microsoft.com/office/drawing/2014/main" id="{A8ED28D3-A83B-761C-5E53-7F29A28A4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817" y="2137339"/>
            <a:ext cx="6696063" cy="3302473"/>
          </a:xfrm>
          <a:prstGeom prst="rect">
            <a:avLst/>
          </a:prstGeom>
        </p:spPr>
      </p:pic>
      <p:sp>
        <p:nvSpPr>
          <p:cNvPr id="2" name="TextBox 1">
            <a:extLst>
              <a:ext uri="{FF2B5EF4-FFF2-40B4-BE49-F238E27FC236}">
                <a16:creationId xmlns:a16="http://schemas.microsoft.com/office/drawing/2014/main" id="{D6747E7A-6795-6E18-3BCF-9B2439F5F8F2}"/>
              </a:ext>
            </a:extLst>
          </p:cNvPr>
          <p:cNvSpPr txBox="1"/>
          <p:nvPr/>
        </p:nvSpPr>
        <p:spPr>
          <a:xfrm>
            <a:off x="7091088" y="237644"/>
            <a:ext cx="4742628" cy="5139869"/>
          </a:xfrm>
          <a:prstGeom prst="rect">
            <a:avLst/>
          </a:prstGeom>
          <a:noFill/>
        </p:spPr>
        <p:txBody>
          <a:bodyPr wrap="square" rtlCol="0">
            <a:spAutoFit/>
          </a:bodyPr>
          <a:lstStyle/>
          <a:p>
            <a:pPr marL="342900" indent="-342900">
              <a:buFont typeface="Arial" panose="020B0604020202020204" pitchFamily="34" charset="0"/>
              <a:buChar char="•"/>
            </a:pPr>
            <a:r>
              <a:rPr lang="en-GB" sz="2000">
                <a:latin typeface="Calibri" panose="020F0502020204030204" pitchFamily="34" charset="0"/>
                <a:cs typeface="Calibri" panose="020F0502020204030204" pitchFamily="34" charset="0"/>
              </a:rPr>
              <a:t>Strong demand from residents, investors and high-net-worth individuals</a:t>
            </a:r>
          </a:p>
          <a:p>
            <a:pPr marL="342900" indent="-342900">
              <a:buFont typeface="Arial" panose="020B0604020202020204" pitchFamily="34" charset="0"/>
              <a:buChar char="•"/>
            </a:pPr>
            <a:r>
              <a:rPr lang="en-GB" sz="2000">
                <a:latin typeface="Calibri" panose="020F0502020204030204" pitchFamily="34" charset="0"/>
                <a:cs typeface="Calibri" panose="020F0502020204030204" pitchFamily="34" charset="0"/>
              </a:rPr>
              <a:t>Positive market sentiment</a:t>
            </a:r>
          </a:p>
          <a:p>
            <a:pPr marL="342900" indent="-342900">
              <a:buFont typeface="Arial" panose="020B0604020202020204" pitchFamily="34" charset="0"/>
              <a:buChar char="•"/>
            </a:pPr>
            <a:r>
              <a:rPr lang="en-GB" sz="1200">
                <a:latin typeface="Calibri" panose="020F0502020204030204" pitchFamily="34" charset="0"/>
                <a:cs typeface="Calibri" panose="020F0502020204030204" pitchFamily="34" charset="0"/>
                <a:hlinkClick r:id="rId4"/>
              </a:rPr>
              <a:t>Dubai: Here's why property prices will continue to rise in 2024 - News | Khaleej Times</a:t>
            </a:r>
            <a:r>
              <a:rPr lang="en-GB" sz="1200">
                <a:latin typeface="Calibri" panose="020F0502020204030204" pitchFamily="34" charset="0"/>
                <a:cs typeface="Calibri" panose="020F0502020204030204" pitchFamily="34" charset="0"/>
              </a:rPr>
              <a:t>.</a:t>
            </a:r>
          </a:p>
          <a:p>
            <a:pPr marL="342900" indent="-342900">
              <a:buFont typeface="Arial" panose="020B0604020202020204" pitchFamily="34" charset="0"/>
              <a:buChar char="•"/>
            </a:pPr>
            <a:endParaRPr lang="en-GB" sz="200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a:latin typeface="Calibri" panose="020F0502020204030204" pitchFamily="34" charset="0"/>
                <a:cs typeface="Calibri" panose="020F0502020204030204" pitchFamily="34" charset="0"/>
              </a:rPr>
              <a:t>Investor and buyer confidence</a:t>
            </a:r>
          </a:p>
          <a:p>
            <a:pPr marL="342900" indent="-342900">
              <a:buFont typeface="Arial" panose="020B0604020202020204" pitchFamily="34" charset="0"/>
              <a:buChar char="•"/>
            </a:pPr>
            <a:r>
              <a:rPr lang="en-GB" sz="1200">
                <a:latin typeface="Calibri" panose="020F0502020204030204" pitchFamily="34" charset="0"/>
                <a:cs typeface="Calibri" panose="020F0502020204030204" pitchFamily="34" charset="0"/>
                <a:hlinkClick r:id="rId5"/>
              </a:rPr>
              <a:t>Dubai Property Market Surges: A Remarkable 18% Increase in Q3 2023 (dxbinteract.com)</a:t>
            </a:r>
            <a:endParaRPr lang="en-GB" sz="120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GB" sz="160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a:latin typeface="Calibri" panose="020F0502020204030204" pitchFamily="34" charset="0"/>
                <a:cs typeface="Calibri" panose="020F0502020204030204" pitchFamily="34" charset="0"/>
              </a:rPr>
              <a:t>Supply shortage in some segments</a:t>
            </a:r>
          </a:p>
          <a:p>
            <a:pPr marL="342900" indent="-342900">
              <a:buFont typeface="Arial" panose="020B0604020202020204" pitchFamily="34" charset="0"/>
              <a:buChar char="•"/>
            </a:pPr>
            <a:r>
              <a:rPr lang="en-GB" sz="2000">
                <a:latin typeface="Calibri" panose="020F0502020204030204" pitchFamily="34" charset="0"/>
                <a:cs typeface="Calibri" panose="020F0502020204030204" pitchFamily="34" charset="0"/>
              </a:rPr>
              <a:t>The market has been attracting high-net-worth individuals from around the world on the back of the UAE's strong economic rebound from the global pandemic-induced slowdown.</a:t>
            </a:r>
          </a:p>
          <a:p>
            <a:pPr marL="342900" indent="-342900">
              <a:buFont typeface="Arial" panose="020B0604020202020204" pitchFamily="34" charset="0"/>
              <a:buChar char="•"/>
            </a:pPr>
            <a:r>
              <a:rPr lang="en-GB" sz="1200">
                <a:latin typeface="Calibri" panose="020F0502020204030204" pitchFamily="34" charset="0"/>
                <a:cs typeface="Calibri" panose="020F0502020204030204" pitchFamily="34" charset="0"/>
                <a:hlinkClick r:id="rId6"/>
              </a:rPr>
              <a:t>Dubai property prices: where they are rising and falling — May 2022 (thenationalnews.com)</a:t>
            </a:r>
            <a:endParaRPr lang="en-GB" sz="120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GB" sz="2000">
              <a:latin typeface="+mn-lt"/>
            </a:endParaRPr>
          </a:p>
        </p:txBody>
      </p:sp>
      <p:sp>
        <p:nvSpPr>
          <p:cNvPr id="5" name="TextBox 4">
            <a:extLst>
              <a:ext uri="{FF2B5EF4-FFF2-40B4-BE49-F238E27FC236}">
                <a16:creationId xmlns:a16="http://schemas.microsoft.com/office/drawing/2014/main" id="{23C1BBC9-2442-6E67-0572-0F5E5E30E2F2}"/>
              </a:ext>
            </a:extLst>
          </p:cNvPr>
          <p:cNvSpPr txBox="1"/>
          <p:nvPr/>
        </p:nvSpPr>
        <p:spPr>
          <a:xfrm>
            <a:off x="342199" y="5549979"/>
            <a:ext cx="7029099" cy="338554"/>
          </a:xfrm>
          <a:prstGeom prst="rect">
            <a:avLst/>
          </a:prstGeom>
          <a:noFill/>
        </p:spPr>
        <p:txBody>
          <a:bodyPr wrap="square" rtlCol="0">
            <a:spAutoFit/>
          </a:bodyPr>
          <a:lstStyle/>
          <a:p>
            <a:r>
              <a:rPr lang="en-GB" sz="1600">
                <a:hlinkClick r:id="rId7"/>
              </a:rPr>
              <a:t>Dubai Land Department - Residential Sales Price Index</a:t>
            </a:r>
            <a:endParaRPr lang="en-GB" sz="1600"/>
          </a:p>
        </p:txBody>
      </p:sp>
    </p:spTree>
    <p:extLst>
      <p:ext uri="{BB962C8B-B14F-4D97-AF65-F5344CB8AC3E}">
        <p14:creationId xmlns:p14="http://schemas.microsoft.com/office/powerpoint/2010/main" val="3365700217"/>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9285">
                                            <p:txEl>
                                              <p:pRg st="0" end="0"/>
                                            </p:txEl>
                                          </p:spTgt>
                                        </p:tgtEl>
                                        <p:attrNameLst>
                                          <p:attrName>style.visibility</p:attrName>
                                        </p:attrNameLst>
                                      </p:cBhvr>
                                      <p:to>
                                        <p:strVal val="visible"/>
                                      </p:to>
                                    </p:set>
                                    <p:anim calcmode="lin" valueType="num">
                                      <p:cBhvr additive="base">
                                        <p:cTn id="7" dur="500"/>
                                        <p:tgtEl>
                                          <p:spTgt spid="60928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092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5" grpId="0" build="p" bldLvl="3"/>
    </p:bld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ECF88A7-10E3-4B78-AAB4-E035B0995F42}">
  <ds:schemaRefs>
    <ds:schemaRef ds:uri="http://schemas.microsoft.com/sharepoint/v3/contenttype/forms"/>
  </ds:schemaRefs>
</ds:datastoreItem>
</file>

<file path=customXml/itemProps3.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4589</Words>
  <Application>Microsoft Office PowerPoint</Application>
  <PresentationFormat>Widescreen</PresentationFormat>
  <Paragraphs>466</Paragraphs>
  <Slides>50</Slides>
  <Notes>45</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50</vt:i4>
      </vt:variant>
    </vt:vector>
  </HeadingPairs>
  <TitlesOfParts>
    <vt:vector size="63" baseType="lpstr">
      <vt:lpstr>Aptos</vt:lpstr>
      <vt:lpstr>Arial</vt:lpstr>
      <vt:lpstr>Calibri</vt:lpstr>
      <vt:lpstr>Helvetica</vt:lpstr>
      <vt:lpstr>Symbol</vt:lpstr>
      <vt:lpstr>Times New Roman</vt:lpstr>
      <vt:lpstr>Wingdings 2</vt:lpstr>
      <vt:lpstr>Custom Design</vt:lpstr>
      <vt:lpstr>1_Custom Design</vt:lpstr>
      <vt:lpstr>1_Office Theme</vt:lpstr>
      <vt:lpstr>4_Custom Design</vt:lpstr>
      <vt:lpstr>5_Custom Design</vt:lpstr>
      <vt:lpstr>6_Custom Design</vt:lpstr>
      <vt:lpstr>C29PE Economics for Professionals</vt:lpstr>
      <vt:lpstr>Structure of the session</vt:lpstr>
      <vt:lpstr>References</vt:lpstr>
      <vt:lpstr>Thinking about markets</vt:lpstr>
      <vt:lpstr>Business in a Competitive Market</vt:lpstr>
      <vt:lpstr>Demand</vt:lpstr>
      <vt:lpstr>Demand</vt:lpstr>
      <vt:lpstr>Demand</vt:lpstr>
      <vt:lpstr>Demand</vt:lpstr>
      <vt:lpstr>Demand</vt:lpstr>
      <vt:lpstr>Business in a Competitive Market</vt:lpstr>
      <vt:lpstr>Supply</vt:lpstr>
      <vt:lpstr>Demand and Supply</vt:lpstr>
      <vt:lpstr>Supply</vt:lpstr>
      <vt:lpstr>Supply</vt:lpstr>
      <vt:lpstr>Supply</vt:lpstr>
      <vt:lpstr>Price and Output Determination</vt:lpstr>
      <vt:lpstr>Price and Output Determination</vt:lpstr>
      <vt:lpstr>Price and Output Determination</vt:lpstr>
      <vt:lpstr>Price and Output Determination</vt:lpstr>
      <vt:lpstr>Price and Output Determination</vt:lpstr>
      <vt:lpstr>Price and Output Determination</vt:lpstr>
      <vt:lpstr>Demand and Supply </vt:lpstr>
      <vt:lpstr>Demand and Supply </vt:lpstr>
      <vt:lpstr>The Working of Competitive Markets</vt:lpstr>
      <vt:lpstr>Markets where Prices are Controlled</vt:lpstr>
      <vt:lpstr>Markets where prices are controlled</vt:lpstr>
      <vt:lpstr>Business in a Market Environment</vt:lpstr>
      <vt:lpstr>Price Elasticity of Demand</vt:lpstr>
      <vt:lpstr>Price Elasticity of Demand</vt:lpstr>
      <vt:lpstr>Price Elasticity of Demand</vt:lpstr>
      <vt:lpstr>Price Elasticity of Demand</vt:lpstr>
      <vt:lpstr>Price Elasticity of Demand</vt:lpstr>
      <vt:lpstr>Business in a Market Environment</vt:lpstr>
      <vt:lpstr>Price Elasticity of Demand &amp; Business Decision Making</vt:lpstr>
      <vt:lpstr>Price Elasticity of Demand &amp; Business Decision Making</vt:lpstr>
      <vt:lpstr>Price Elasticity of Demand &amp; Business Decision Making</vt:lpstr>
      <vt:lpstr>The Working of Competitive Markets</vt:lpstr>
      <vt:lpstr>Other Elasticities – Income Elasticity of Demand </vt:lpstr>
      <vt:lpstr>Other Elasticities – Cross-Price Elasticity of Demand</vt:lpstr>
      <vt:lpstr>Other Elasticities – Price Elasticity of Supply</vt:lpstr>
      <vt:lpstr>The Time Dimension of Market Adjustment</vt:lpstr>
      <vt:lpstr>Other Elasticities – Price Elasticity of Supply</vt:lpstr>
      <vt:lpstr>Summary</vt:lpstr>
      <vt:lpstr>PowerPoint Presentation</vt:lpstr>
      <vt:lpstr>The Working of Competitive Markets</vt:lpstr>
      <vt:lpstr>Applications of the Market</vt:lpstr>
      <vt:lpstr>Applications of the Market</vt:lpstr>
      <vt:lpstr>Applications of the Market</vt:lpstr>
      <vt:lpstr>Applications of the Market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Marcus Gwee Wen Hong</cp:lastModifiedBy>
  <cp:revision>9</cp:revision>
  <cp:lastPrinted>2024-03-27T09:31:09Z</cp:lastPrinted>
  <dcterms:created xsi:type="dcterms:W3CDTF">2024-03-26T13:44:16Z</dcterms:created>
  <dcterms:modified xsi:type="dcterms:W3CDTF">2025-10-14T07:14:06Z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